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  <p:sldMasterId id="2147483684" r:id="rId2"/>
    <p:sldMasterId id="2147483689" r:id="rId3"/>
  </p:sldMasterIdLst>
  <p:notesMasterIdLst>
    <p:notesMasterId r:id="rId29"/>
  </p:notesMasterIdLst>
  <p:handoutMasterIdLst>
    <p:handoutMasterId r:id="rId30"/>
  </p:handoutMasterIdLst>
  <p:sldIdLst>
    <p:sldId id="256" r:id="rId4"/>
    <p:sldId id="257" r:id="rId5"/>
    <p:sldId id="363" r:id="rId6"/>
    <p:sldId id="364" r:id="rId7"/>
    <p:sldId id="365" r:id="rId8"/>
    <p:sldId id="366" r:id="rId9"/>
    <p:sldId id="367" r:id="rId10"/>
    <p:sldId id="368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5" r:id="rId24"/>
    <p:sldId id="382" r:id="rId25"/>
    <p:sldId id="383" r:id="rId26"/>
    <p:sldId id="384" r:id="rId27"/>
    <p:sldId id="339" r:id="rId28"/>
  </p:sldIdLst>
  <p:sldSz cx="9144000" cy="5143500" type="screen16x9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3048">
          <p15:clr>
            <a:srgbClr val="A4A3A4"/>
          </p15:clr>
        </p15:guide>
        <p15:guide id="3" pos="5183">
          <p15:clr>
            <a:srgbClr val="A4A3A4"/>
          </p15:clr>
        </p15:guide>
        <p15:guide id="4" pos="579">
          <p15:clr>
            <a:srgbClr val="A4A3A4"/>
          </p15:clr>
        </p15:guide>
        <p15:guide id="5" pos="5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 Michael Bauer" initials="JMB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7A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4" autoAdjust="0"/>
    <p:restoredTop sz="96352" autoAdjust="0"/>
  </p:normalViewPr>
  <p:slideViewPr>
    <p:cSldViewPr snapToGrid="0" snapToObjects="1" showGuides="1">
      <p:cViewPr>
        <p:scale>
          <a:sx n="100" d="100"/>
          <a:sy n="100" d="100"/>
        </p:scale>
        <p:origin x="816" y="168"/>
      </p:cViewPr>
      <p:guideLst>
        <p:guide orient="horz" pos="192"/>
        <p:guide orient="horz" pos="3048"/>
        <p:guide pos="5183"/>
        <p:guide pos="579"/>
        <p:guide pos="5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-3180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811DF8-E6DF-4AB7-BEDD-A62528549800}" type="doc">
      <dgm:prSet loTypeId="urn:microsoft.com/office/officeart/2005/8/layout/orgChart1" loCatId="hierarchy" qsTypeId="urn:microsoft.com/office/officeart/2005/8/quickstyle/simple3" qsCatId="simple" csTypeId="urn:microsoft.com/office/officeart/2005/8/colors/accent2_5" csCatId="accent2" phldr="1"/>
      <dgm:spPr/>
      <dgm:t>
        <a:bodyPr/>
        <a:lstStyle/>
        <a:p>
          <a:endParaRPr lang="en-GB"/>
        </a:p>
      </dgm:t>
    </dgm:pt>
    <dgm:pt modelId="{DA703AFD-A2EC-4055-8CC2-F1A2114EA30B}">
      <dgm:prSet phldrT="[Text]"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Two samples</a:t>
          </a:r>
        </a:p>
        <a:p>
          <a:r>
            <a:rPr lang="en-GB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(parametric)</a:t>
          </a:r>
        </a:p>
      </dgm:t>
    </dgm:pt>
    <dgm:pt modelId="{A490480B-B306-4A05-ABF3-E5803677404E}" type="parTrans" cxnId="{47F3D4BC-EBDA-4B3B-BB28-58292A1CE678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23E12C6B-13DD-4665-8C2E-F5DE1781D62C}" type="sibTrans" cxnId="{47F3D4BC-EBDA-4B3B-BB28-58292A1CE678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CFC3CC05-A58A-4145-A949-00520D3E1E75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Independent </a:t>
          </a:r>
        </a:p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samples</a:t>
          </a:r>
        </a:p>
      </dgm:t>
    </dgm:pt>
    <dgm:pt modelId="{128E60D1-E94B-4902-9701-3217AFE31B1E}" type="parTrans" cxnId="{6181673E-2217-40B2-9CAD-5B12565A3557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41406C7C-49B1-46EC-8759-DC8254DA3C8A}" type="sibTrans" cxnId="{6181673E-2217-40B2-9CAD-5B12565A3557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292E36C3-A11D-4A95-9F40-FAC439D44719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Dependent samples</a:t>
          </a:r>
        </a:p>
      </dgm:t>
    </dgm:pt>
    <dgm:pt modelId="{6A5235B0-BBC1-497F-B204-83CA73518BA2}" type="parTrans" cxnId="{8BF27DB1-704B-4B9B-88FC-9C04AE535F9C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792CD944-3C55-4940-A16A-529D376A359F}" type="sibTrans" cxnId="{8BF27DB1-704B-4B9B-88FC-9C04AE535F9C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F6F7590E-55D9-42FF-B679-C3CC154AC4B8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One sample</a:t>
          </a:r>
        </a:p>
      </dgm:t>
    </dgm:pt>
    <dgm:pt modelId="{7EFB9D79-AE6B-44BA-B750-5CB44EA55294}" type="parTrans" cxnId="{3A349903-2A72-46DE-A372-D044E4BD5102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A58339D1-8184-4D5C-93A0-F6640718EEED}" type="sibTrans" cxnId="{3A349903-2A72-46DE-A372-D044E4BD5102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E00B7E5F-8B3E-4AFC-9DDC-7269D799E42D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Two samples</a:t>
          </a:r>
        </a:p>
        <a:p>
          <a:r>
            <a:rPr lang="en-GB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(non-parametric)</a:t>
          </a:r>
        </a:p>
      </dgm:t>
    </dgm:pt>
    <dgm:pt modelId="{12B8FFE5-43A9-4151-A51F-ADEC1A2BC978}" type="parTrans" cxnId="{3C27F42C-B719-45E9-9259-F22935CDAA5D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126758AF-1B1E-4384-8BFA-1D036364099A}" type="sibTrans" cxnId="{3C27F42C-B719-45E9-9259-F22935CDAA5D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E182E34F-3BA5-4BE5-9418-3974B5CE8608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Equal variances:</a:t>
          </a:r>
        </a:p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t-test for equal variances</a:t>
          </a:r>
        </a:p>
      </dgm:t>
    </dgm:pt>
    <dgm:pt modelId="{6A516987-B367-463F-9ECD-534A158C867F}" type="parTrans" cxnId="{4ED5D5CD-4225-45D6-ACD0-6A7BB2C1E66B}">
      <dgm:prSet/>
      <dgm:spPr>
        <a:solidFill>
          <a:schemeClr val="accent1"/>
        </a:solidFill>
      </dgm:spPr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D1CE36A8-C51A-4B09-89FC-677953EBC0E0}" type="sibTrans" cxnId="{4ED5D5CD-4225-45D6-ACD0-6A7BB2C1E66B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E680A9CF-BF45-4E6A-9A68-E9E77BB0BDC2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Unequal variances:</a:t>
          </a:r>
        </a:p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t-test for unequal variances</a:t>
          </a:r>
        </a:p>
      </dgm:t>
    </dgm:pt>
    <dgm:pt modelId="{F4EFD25D-7938-43DD-8B8B-F0A411905A83}" type="parTrans" cxnId="{A6F44A9E-8D9E-4AC2-B9A6-CECD22FCD4F8}">
      <dgm:prSet/>
      <dgm:spPr>
        <a:solidFill>
          <a:schemeClr val="accent1"/>
        </a:solidFill>
      </dgm:spPr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490E0E97-78AB-4146-AB26-6A524FAE9685}" type="sibTrans" cxnId="{A6F44A9E-8D9E-4AC2-B9A6-CECD22FCD4F8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760AC419-44AF-4AB0-8E8C-D20458E70EF5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Paired samples t-test</a:t>
          </a:r>
        </a:p>
      </dgm:t>
    </dgm:pt>
    <dgm:pt modelId="{961201C7-9838-4F68-8625-1C1863315AE8}" type="parTrans" cxnId="{D6EF23E3-6F18-43B1-B4CF-667F6D5360BC}">
      <dgm:prSet/>
      <dgm:spPr>
        <a:solidFill>
          <a:schemeClr val="accent1"/>
        </a:solidFill>
      </dgm:spPr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212AAF3E-A9D5-47F7-B51F-7EE64067D8F1}" type="sibTrans" cxnId="{D6EF23E3-6F18-43B1-B4CF-667F6D5360BC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96E5881D-7724-4798-B1E4-40DCA616A35B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One sample t-test</a:t>
          </a:r>
        </a:p>
      </dgm:t>
    </dgm:pt>
    <dgm:pt modelId="{472809AF-8FEE-4DB1-934A-2D646AC97B48}" type="parTrans" cxnId="{166C0C20-2B82-4FDC-8911-19BD215B0929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BE0F9DC4-9138-4BC9-9683-A0957E5475EC}" type="sibTrans" cxnId="{166C0C20-2B82-4FDC-8911-19BD215B0929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8E1BBE95-1254-44D7-8DB0-5E9EB9A6C7D8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More than two samples</a:t>
          </a:r>
        </a:p>
      </dgm:t>
    </dgm:pt>
    <dgm:pt modelId="{625EC278-ED3B-4E84-9629-0F107C9BBFD9}" type="parTrans" cxnId="{1B56FB4E-54AE-44BE-83B3-6C28E68274D9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CAE0E815-71DA-47CF-904C-C0DA8DE7C22E}" type="sibTrans" cxnId="{1B56FB4E-54AE-44BE-83B3-6C28E68274D9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D6AFF2AE-2B75-42FA-A352-B4EC877C5928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ANOVA</a:t>
          </a:r>
        </a:p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(Analysis Of Variances)</a:t>
          </a:r>
        </a:p>
      </dgm:t>
    </dgm:pt>
    <dgm:pt modelId="{D2DC65B9-2976-41C2-A202-F12A42F8747F}" type="parTrans" cxnId="{2E65FACE-E3DA-4FC9-B7AC-01A02999484D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6BCE0838-C5B1-4076-BE6A-00E15019B2DD}" type="sibTrans" cxnId="{2E65FACE-E3DA-4FC9-B7AC-01A02999484D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B989BA72-48CB-4DBA-B70A-FD216EE7673B}">
      <dgm:prSet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Wilcoxon test </a:t>
          </a:r>
          <a:b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n-GB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endParaRPr lang="en-GB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Mann-Whitney-U-Test</a:t>
          </a:r>
          <a:b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(ordinal scaled)</a:t>
          </a:r>
        </a:p>
      </dgm:t>
    </dgm:pt>
    <dgm:pt modelId="{1DE576CB-A475-407A-99D8-0FF6C9D5073E}" type="parTrans" cxnId="{DF6D40AB-0857-464F-914D-721FE60FF9FA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BC7A7418-752B-418D-9F57-B617D9379E22}" type="sibTrans" cxnId="{DF6D40AB-0857-464F-914D-721FE60FF9FA}">
      <dgm:prSet/>
      <dgm:spPr/>
      <dgm:t>
        <a:bodyPr/>
        <a:lstStyle/>
        <a:p>
          <a:endParaRPr lang="en-GB">
            <a:solidFill>
              <a:schemeClr val="accent2">
                <a:lumMod val="50000"/>
              </a:schemeClr>
            </a:solidFill>
          </a:endParaRPr>
        </a:p>
      </dgm:t>
    </dgm:pt>
    <dgm:pt modelId="{0C26E17D-B446-4EE4-A96B-84A1AFE473C3}" type="pres">
      <dgm:prSet presAssocID="{7B811DF8-E6DF-4AB7-BEDD-A6252854980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DE"/>
        </a:p>
      </dgm:t>
    </dgm:pt>
    <dgm:pt modelId="{72DF0BDC-C880-49E7-AFE8-4260562C0EF7}" type="pres">
      <dgm:prSet presAssocID="{F6F7590E-55D9-42FF-B679-C3CC154AC4B8}" presName="hierRoot1" presStyleCnt="0">
        <dgm:presLayoutVars>
          <dgm:hierBranch val="init"/>
        </dgm:presLayoutVars>
      </dgm:prSet>
      <dgm:spPr/>
    </dgm:pt>
    <dgm:pt modelId="{0364B759-1FAE-4A31-B9E5-582480CB4AB6}" type="pres">
      <dgm:prSet presAssocID="{F6F7590E-55D9-42FF-B679-C3CC154AC4B8}" presName="rootComposite1" presStyleCnt="0"/>
      <dgm:spPr/>
    </dgm:pt>
    <dgm:pt modelId="{B5807AEC-8879-4B70-9C27-812F1A73BE26}" type="pres">
      <dgm:prSet presAssocID="{F6F7590E-55D9-42FF-B679-C3CC154AC4B8}" presName="rootText1" presStyleLbl="node0" presStyleIdx="0" presStyleCnt="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77EF9F41-8865-4E29-A6FA-8BF678951942}" type="pres">
      <dgm:prSet presAssocID="{F6F7590E-55D9-42FF-B679-C3CC154AC4B8}" presName="rootConnector1" presStyleLbl="node1" presStyleIdx="0" presStyleCnt="0"/>
      <dgm:spPr/>
      <dgm:t>
        <a:bodyPr/>
        <a:lstStyle/>
        <a:p>
          <a:endParaRPr lang="de-DE"/>
        </a:p>
      </dgm:t>
    </dgm:pt>
    <dgm:pt modelId="{3EFC1AA8-90BA-4586-885A-D599840B5441}" type="pres">
      <dgm:prSet presAssocID="{F6F7590E-55D9-42FF-B679-C3CC154AC4B8}" presName="hierChild2" presStyleCnt="0"/>
      <dgm:spPr/>
    </dgm:pt>
    <dgm:pt modelId="{9F72AFF9-000D-46A6-AE75-DFDD6F70EF92}" type="pres">
      <dgm:prSet presAssocID="{472809AF-8FEE-4DB1-934A-2D646AC97B48}" presName="Name37" presStyleLbl="parChTrans1D2" presStyleIdx="0" presStyleCnt="5"/>
      <dgm:spPr/>
      <dgm:t>
        <a:bodyPr/>
        <a:lstStyle/>
        <a:p>
          <a:endParaRPr lang="de-DE"/>
        </a:p>
      </dgm:t>
    </dgm:pt>
    <dgm:pt modelId="{8837E842-270C-4CEF-A7CD-6C490A9E61CB}" type="pres">
      <dgm:prSet presAssocID="{96E5881D-7724-4798-B1E4-40DCA616A35B}" presName="hierRoot2" presStyleCnt="0">
        <dgm:presLayoutVars>
          <dgm:hierBranch val="init"/>
        </dgm:presLayoutVars>
      </dgm:prSet>
      <dgm:spPr/>
    </dgm:pt>
    <dgm:pt modelId="{7D016E98-327A-46E9-935D-340A6926CEA6}" type="pres">
      <dgm:prSet presAssocID="{96E5881D-7724-4798-B1E4-40DCA616A35B}" presName="rootComposite" presStyleCnt="0"/>
      <dgm:spPr/>
    </dgm:pt>
    <dgm:pt modelId="{CA4AF363-8DC3-42AD-901F-0E1CA2DD5339}" type="pres">
      <dgm:prSet presAssocID="{96E5881D-7724-4798-B1E4-40DCA616A35B}" presName="rootText" presStyleLbl="node2" presStyleIdx="0" presStyleCnt="5" custLinFactNeighborY="252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CB4D6434-F76A-435B-863C-A996E768009A}" type="pres">
      <dgm:prSet presAssocID="{96E5881D-7724-4798-B1E4-40DCA616A35B}" presName="rootConnector" presStyleLbl="node2" presStyleIdx="0" presStyleCnt="5"/>
      <dgm:spPr/>
      <dgm:t>
        <a:bodyPr/>
        <a:lstStyle/>
        <a:p>
          <a:endParaRPr lang="de-DE"/>
        </a:p>
      </dgm:t>
    </dgm:pt>
    <dgm:pt modelId="{B28B4376-68FD-4684-A3EC-421A8FC2056E}" type="pres">
      <dgm:prSet presAssocID="{96E5881D-7724-4798-B1E4-40DCA616A35B}" presName="hierChild4" presStyleCnt="0"/>
      <dgm:spPr/>
    </dgm:pt>
    <dgm:pt modelId="{2A854EEE-688B-4C90-962B-38A8D1730D91}" type="pres">
      <dgm:prSet presAssocID="{96E5881D-7724-4798-B1E4-40DCA616A35B}" presName="hierChild5" presStyleCnt="0"/>
      <dgm:spPr/>
    </dgm:pt>
    <dgm:pt modelId="{FA9E8ADE-1889-4DCB-93E3-2E40B6662B23}" type="pres">
      <dgm:prSet presAssocID="{F6F7590E-55D9-42FF-B679-C3CC154AC4B8}" presName="hierChild3" presStyleCnt="0"/>
      <dgm:spPr/>
    </dgm:pt>
    <dgm:pt modelId="{48E93D41-336C-4863-BAE9-6849542D4EF3}" type="pres">
      <dgm:prSet presAssocID="{DA703AFD-A2EC-4055-8CC2-F1A2114EA30B}" presName="hierRoot1" presStyleCnt="0">
        <dgm:presLayoutVars>
          <dgm:hierBranch val="init"/>
        </dgm:presLayoutVars>
      </dgm:prSet>
      <dgm:spPr/>
    </dgm:pt>
    <dgm:pt modelId="{A527F4A4-F32C-4908-A4F2-DEB348B276DF}" type="pres">
      <dgm:prSet presAssocID="{DA703AFD-A2EC-4055-8CC2-F1A2114EA30B}" presName="rootComposite1" presStyleCnt="0"/>
      <dgm:spPr/>
    </dgm:pt>
    <dgm:pt modelId="{DBA43750-5B18-4E7A-9385-6D70B708E40E}" type="pres">
      <dgm:prSet presAssocID="{DA703AFD-A2EC-4055-8CC2-F1A2114EA30B}" presName="rootText1" presStyleLbl="node0" presStyleIdx="1" presStyleCnt="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8508DC5F-222A-4334-A89A-8F742E6FF345}" type="pres">
      <dgm:prSet presAssocID="{DA703AFD-A2EC-4055-8CC2-F1A2114EA30B}" presName="rootConnector1" presStyleLbl="node1" presStyleIdx="0" presStyleCnt="0"/>
      <dgm:spPr/>
      <dgm:t>
        <a:bodyPr/>
        <a:lstStyle/>
        <a:p>
          <a:endParaRPr lang="de-DE"/>
        </a:p>
      </dgm:t>
    </dgm:pt>
    <dgm:pt modelId="{2535E7FD-D22C-43D6-943B-27DDF3508FE3}" type="pres">
      <dgm:prSet presAssocID="{DA703AFD-A2EC-4055-8CC2-F1A2114EA30B}" presName="hierChild2" presStyleCnt="0"/>
      <dgm:spPr/>
    </dgm:pt>
    <dgm:pt modelId="{2E4E04D4-3843-489D-938D-CEC44CBD6AB3}" type="pres">
      <dgm:prSet presAssocID="{128E60D1-E94B-4902-9701-3217AFE31B1E}" presName="Name37" presStyleLbl="parChTrans1D2" presStyleIdx="1" presStyleCnt="5"/>
      <dgm:spPr/>
      <dgm:t>
        <a:bodyPr/>
        <a:lstStyle/>
        <a:p>
          <a:endParaRPr lang="de-DE"/>
        </a:p>
      </dgm:t>
    </dgm:pt>
    <dgm:pt modelId="{3DEAEC0C-8157-46DD-96ED-F1DE88DA3088}" type="pres">
      <dgm:prSet presAssocID="{CFC3CC05-A58A-4145-A949-00520D3E1E75}" presName="hierRoot2" presStyleCnt="0">
        <dgm:presLayoutVars>
          <dgm:hierBranch val="init"/>
        </dgm:presLayoutVars>
      </dgm:prSet>
      <dgm:spPr/>
    </dgm:pt>
    <dgm:pt modelId="{83B57307-F6D1-43C9-99EA-138C96C49634}" type="pres">
      <dgm:prSet presAssocID="{CFC3CC05-A58A-4145-A949-00520D3E1E75}" presName="rootComposite" presStyleCnt="0"/>
      <dgm:spPr/>
    </dgm:pt>
    <dgm:pt modelId="{720734BB-46B2-4EFC-B42C-382907169AF8}" type="pres">
      <dgm:prSet presAssocID="{CFC3CC05-A58A-4145-A949-00520D3E1E75}" presName="rootText" presStyleLbl="node2" presStyleIdx="1" presStyleCnt="5" custLinFactNeighborY="252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6D234952-EE3F-43D3-8637-7B073065094F}" type="pres">
      <dgm:prSet presAssocID="{CFC3CC05-A58A-4145-A949-00520D3E1E75}" presName="rootConnector" presStyleLbl="node2" presStyleIdx="1" presStyleCnt="5"/>
      <dgm:spPr/>
      <dgm:t>
        <a:bodyPr/>
        <a:lstStyle/>
        <a:p>
          <a:endParaRPr lang="de-DE"/>
        </a:p>
      </dgm:t>
    </dgm:pt>
    <dgm:pt modelId="{77DCC89D-88C4-4F75-AEDE-6EAA8418D328}" type="pres">
      <dgm:prSet presAssocID="{CFC3CC05-A58A-4145-A949-00520D3E1E75}" presName="hierChild4" presStyleCnt="0"/>
      <dgm:spPr/>
    </dgm:pt>
    <dgm:pt modelId="{0824C03E-606F-4592-82ED-EA31F7195CCB}" type="pres">
      <dgm:prSet presAssocID="{6A516987-B367-463F-9ECD-534A158C867F}" presName="Name37" presStyleLbl="parChTrans1D3" presStyleIdx="0" presStyleCnt="3"/>
      <dgm:spPr/>
      <dgm:t>
        <a:bodyPr/>
        <a:lstStyle/>
        <a:p>
          <a:endParaRPr lang="de-DE"/>
        </a:p>
      </dgm:t>
    </dgm:pt>
    <dgm:pt modelId="{10327CE6-3125-43D6-8A0D-BE5EF04544E0}" type="pres">
      <dgm:prSet presAssocID="{E182E34F-3BA5-4BE5-9418-3974B5CE8608}" presName="hierRoot2" presStyleCnt="0">
        <dgm:presLayoutVars>
          <dgm:hierBranch val="init"/>
        </dgm:presLayoutVars>
      </dgm:prSet>
      <dgm:spPr/>
    </dgm:pt>
    <dgm:pt modelId="{0CA2D111-EEE1-4AF3-AC12-83C09B5452AD}" type="pres">
      <dgm:prSet presAssocID="{E182E34F-3BA5-4BE5-9418-3974B5CE8608}" presName="rootComposite" presStyleCnt="0"/>
      <dgm:spPr/>
    </dgm:pt>
    <dgm:pt modelId="{17B23DB1-D674-4DF4-8581-711C11A60E7A}" type="pres">
      <dgm:prSet presAssocID="{E182E34F-3BA5-4BE5-9418-3974B5CE8608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188F1121-4519-4B0B-88EE-695FDFA04936}" type="pres">
      <dgm:prSet presAssocID="{E182E34F-3BA5-4BE5-9418-3974B5CE8608}" presName="rootConnector" presStyleLbl="node3" presStyleIdx="0" presStyleCnt="3"/>
      <dgm:spPr/>
      <dgm:t>
        <a:bodyPr/>
        <a:lstStyle/>
        <a:p>
          <a:endParaRPr lang="de-DE"/>
        </a:p>
      </dgm:t>
    </dgm:pt>
    <dgm:pt modelId="{BAD6CD4B-1991-40AD-BAB4-A6CC41E70449}" type="pres">
      <dgm:prSet presAssocID="{E182E34F-3BA5-4BE5-9418-3974B5CE8608}" presName="hierChild4" presStyleCnt="0"/>
      <dgm:spPr/>
    </dgm:pt>
    <dgm:pt modelId="{C6A7B301-FBCA-409A-A355-5CD56872588D}" type="pres">
      <dgm:prSet presAssocID="{E182E34F-3BA5-4BE5-9418-3974B5CE8608}" presName="hierChild5" presStyleCnt="0"/>
      <dgm:spPr/>
    </dgm:pt>
    <dgm:pt modelId="{26CE2433-10D4-45B5-9D6A-5AD6333DDA44}" type="pres">
      <dgm:prSet presAssocID="{F4EFD25D-7938-43DD-8B8B-F0A411905A83}" presName="Name37" presStyleLbl="parChTrans1D3" presStyleIdx="1" presStyleCnt="3"/>
      <dgm:spPr/>
      <dgm:t>
        <a:bodyPr/>
        <a:lstStyle/>
        <a:p>
          <a:endParaRPr lang="de-DE"/>
        </a:p>
      </dgm:t>
    </dgm:pt>
    <dgm:pt modelId="{44C71491-51CE-48DD-9883-BB2803317D69}" type="pres">
      <dgm:prSet presAssocID="{E680A9CF-BF45-4E6A-9A68-E9E77BB0BDC2}" presName="hierRoot2" presStyleCnt="0">
        <dgm:presLayoutVars>
          <dgm:hierBranch val="init"/>
        </dgm:presLayoutVars>
      </dgm:prSet>
      <dgm:spPr/>
    </dgm:pt>
    <dgm:pt modelId="{7C6A46B5-7D17-47F6-9888-AAA60FFA1D0B}" type="pres">
      <dgm:prSet presAssocID="{E680A9CF-BF45-4E6A-9A68-E9E77BB0BDC2}" presName="rootComposite" presStyleCnt="0"/>
      <dgm:spPr/>
    </dgm:pt>
    <dgm:pt modelId="{C26072CA-D062-4431-9F69-630FFE9F6F7E}" type="pres">
      <dgm:prSet presAssocID="{E680A9CF-BF45-4E6A-9A68-E9E77BB0BDC2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893EED2F-D7C9-47D5-8536-80029EF60A63}" type="pres">
      <dgm:prSet presAssocID="{E680A9CF-BF45-4E6A-9A68-E9E77BB0BDC2}" presName="rootConnector" presStyleLbl="node3" presStyleIdx="1" presStyleCnt="3"/>
      <dgm:spPr/>
      <dgm:t>
        <a:bodyPr/>
        <a:lstStyle/>
        <a:p>
          <a:endParaRPr lang="de-DE"/>
        </a:p>
      </dgm:t>
    </dgm:pt>
    <dgm:pt modelId="{5AF990BF-2316-4219-B653-7895FA4ED4B1}" type="pres">
      <dgm:prSet presAssocID="{E680A9CF-BF45-4E6A-9A68-E9E77BB0BDC2}" presName="hierChild4" presStyleCnt="0"/>
      <dgm:spPr/>
    </dgm:pt>
    <dgm:pt modelId="{C9F9E0FE-0347-4D09-8E41-D0944311286C}" type="pres">
      <dgm:prSet presAssocID="{E680A9CF-BF45-4E6A-9A68-E9E77BB0BDC2}" presName="hierChild5" presStyleCnt="0"/>
      <dgm:spPr/>
    </dgm:pt>
    <dgm:pt modelId="{C06D9CD1-0298-414F-89D7-50F0C1EBB4FE}" type="pres">
      <dgm:prSet presAssocID="{CFC3CC05-A58A-4145-A949-00520D3E1E75}" presName="hierChild5" presStyleCnt="0"/>
      <dgm:spPr/>
    </dgm:pt>
    <dgm:pt modelId="{F113CF86-31F5-43E5-930B-A1FE46730571}" type="pres">
      <dgm:prSet presAssocID="{6A5235B0-BBC1-497F-B204-83CA73518BA2}" presName="Name37" presStyleLbl="parChTrans1D2" presStyleIdx="2" presStyleCnt="5"/>
      <dgm:spPr/>
      <dgm:t>
        <a:bodyPr/>
        <a:lstStyle/>
        <a:p>
          <a:endParaRPr lang="de-DE"/>
        </a:p>
      </dgm:t>
    </dgm:pt>
    <dgm:pt modelId="{F7FEAAD5-0039-4FA0-BEB6-644398DCD52A}" type="pres">
      <dgm:prSet presAssocID="{292E36C3-A11D-4A95-9F40-FAC439D44719}" presName="hierRoot2" presStyleCnt="0">
        <dgm:presLayoutVars>
          <dgm:hierBranch val="init"/>
        </dgm:presLayoutVars>
      </dgm:prSet>
      <dgm:spPr/>
    </dgm:pt>
    <dgm:pt modelId="{D2ECC883-0245-49AD-A9EF-9886178EF673}" type="pres">
      <dgm:prSet presAssocID="{292E36C3-A11D-4A95-9F40-FAC439D44719}" presName="rootComposite" presStyleCnt="0"/>
      <dgm:spPr/>
    </dgm:pt>
    <dgm:pt modelId="{AA712F1B-5F49-4B09-9479-724FF7AAE546}" type="pres">
      <dgm:prSet presAssocID="{292E36C3-A11D-4A95-9F40-FAC439D44719}" presName="rootText" presStyleLbl="node2" presStyleIdx="2" presStyleCnt="5" custLinFactNeighborY="252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09E3C4BB-77D9-47BC-85D2-D3BAD1285379}" type="pres">
      <dgm:prSet presAssocID="{292E36C3-A11D-4A95-9F40-FAC439D44719}" presName="rootConnector" presStyleLbl="node2" presStyleIdx="2" presStyleCnt="5"/>
      <dgm:spPr/>
      <dgm:t>
        <a:bodyPr/>
        <a:lstStyle/>
        <a:p>
          <a:endParaRPr lang="de-DE"/>
        </a:p>
      </dgm:t>
    </dgm:pt>
    <dgm:pt modelId="{296A6332-2A84-46F9-9274-614F204BE208}" type="pres">
      <dgm:prSet presAssocID="{292E36C3-A11D-4A95-9F40-FAC439D44719}" presName="hierChild4" presStyleCnt="0"/>
      <dgm:spPr/>
    </dgm:pt>
    <dgm:pt modelId="{5CF57F12-456E-450A-997C-F499D8BEE98C}" type="pres">
      <dgm:prSet presAssocID="{961201C7-9838-4F68-8625-1C1863315AE8}" presName="Name37" presStyleLbl="parChTrans1D3" presStyleIdx="2" presStyleCnt="3"/>
      <dgm:spPr/>
      <dgm:t>
        <a:bodyPr/>
        <a:lstStyle/>
        <a:p>
          <a:endParaRPr lang="de-DE"/>
        </a:p>
      </dgm:t>
    </dgm:pt>
    <dgm:pt modelId="{C469512C-4BFA-4D1B-BC58-AE8A1B8858E8}" type="pres">
      <dgm:prSet presAssocID="{760AC419-44AF-4AB0-8E8C-D20458E70EF5}" presName="hierRoot2" presStyleCnt="0">
        <dgm:presLayoutVars>
          <dgm:hierBranch val="init"/>
        </dgm:presLayoutVars>
      </dgm:prSet>
      <dgm:spPr/>
    </dgm:pt>
    <dgm:pt modelId="{8C4E29C4-19A4-4506-8893-E4D90BDA488F}" type="pres">
      <dgm:prSet presAssocID="{760AC419-44AF-4AB0-8E8C-D20458E70EF5}" presName="rootComposite" presStyleCnt="0"/>
      <dgm:spPr/>
    </dgm:pt>
    <dgm:pt modelId="{96259685-A807-4B90-8EF1-EC1E4145727B}" type="pres">
      <dgm:prSet presAssocID="{760AC419-44AF-4AB0-8E8C-D20458E70EF5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22062CF2-C6E8-4F00-9DAC-F74421337E86}" type="pres">
      <dgm:prSet presAssocID="{760AC419-44AF-4AB0-8E8C-D20458E70EF5}" presName="rootConnector" presStyleLbl="node3" presStyleIdx="2" presStyleCnt="3"/>
      <dgm:spPr/>
      <dgm:t>
        <a:bodyPr/>
        <a:lstStyle/>
        <a:p>
          <a:endParaRPr lang="de-DE"/>
        </a:p>
      </dgm:t>
    </dgm:pt>
    <dgm:pt modelId="{04E29681-92F2-4FB5-86CE-F9CA1CD94CFC}" type="pres">
      <dgm:prSet presAssocID="{760AC419-44AF-4AB0-8E8C-D20458E70EF5}" presName="hierChild4" presStyleCnt="0"/>
      <dgm:spPr/>
    </dgm:pt>
    <dgm:pt modelId="{6119AE86-805B-45C3-A29C-271DFE2F6138}" type="pres">
      <dgm:prSet presAssocID="{760AC419-44AF-4AB0-8E8C-D20458E70EF5}" presName="hierChild5" presStyleCnt="0"/>
      <dgm:spPr/>
    </dgm:pt>
    <dgm:pt modelId="{D4FF4CC6-6440-42AB-9EFE-559F901F7BF5}" type="pres">
      <dgm:prSet presAssocID="{292E36C3-A11D-4A95-9F40-FAC439D44719}" presName="hierChild5" presStyleCnt="0"/>
      <dgm:spPr/>
    </dgm:pt>
    <dgm:pt modelId="{DFA785C0-8E44-488B-928E-2B9C75049B90}" type="pres">
      <dgm:prSet presAssocID="{DA703AFD-A2EC-4055-8CC2-F1A2114EA30B}" presName="hierChild3" presStyleCnt="0"/>
      <dgm:spPr/>
    </dgm:pt>
    <dgm:pt modelId="{97B877AB-2A71-45DE-8211-1AF9C31F7142}" type="pres">
      <dgm:prSet presAssocID="{E00B7E5F-8B3E-4AFC-9DDC-7269D799E42D}" presName="hierRoot1" presStyleCnt="0">
        <dgm:presLayoutVars>
          <dgm:hierBranch val="init"/>
        </dgm:presLayoutVars>
      </dgm:prSet>
      <dgm:spPr/>
    </dgm:pt>
    <dgm:pt modelId="{5810C5C0-3ED5-4BDB-8429-15B58CFBB7C6}" type="pres">
      <dgm:prSet presAssocID="{E00B7E5F-8B3E-4AFC-9DDC-7269D799E42D}" presName="rootComposite1" presStyleCnt="0"/>
      <dgm:spPr/>
    </dgm:pt>
    <dgm:pt modelId="{34CFDBA4-7FA5-4A72-83C1-13B27BAB3139}" type="pres">
      <dgm:prSet presAssocID="{E00B7E5F-8B3E-4AFC-9DDC-7269D799E42D}" presName="rootText1" presStyleLbl="node0" presStyleIdx="2" presStyleCnt="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4FC1E274-B0F9-4AC7-9008-7A7C44B8A6ED}" type="pres">
      <dgm:prSet presAssocID="{E00B7E5F-8B3E-4AFC-9DDC-7269D799E42D}" presName="rootConnector1" presStyleLbl="node1" presStyleIdx="0" presStyleCnt="0"/>
      <dgm:spPr/>
      <dgm:t>
        <a:bodyPr/>
        <a:lstStyle/>
        <a:p>
          <a:endParaRPr lang="de-DE"/>
        </a:p>
      </dgm:t>
    </dgm:pt>
    <dgm:pt modelId="{81F71172-2B95-4A64-9A8D-0B7422270CD7}" type="pres">
      <dgm:prSet presAssocID="{E00B7E5F-8B3E-4AFC-9DDC-7269D799E42D}" presName="hierChild2" presStyleCnt="0"/>
      <dgm:spPr/>
    </dgm:pt>
    <dgm:pt modelId="{9F887AC3-7680-4047-8C04-C21D11CEACC1}" type="pres">
      <dgm:prSet presAssocID="{1DE576CB-A475-407A-99D8-0FF6C9D5073E}" presName="Name37" presStyleLbl="parChTrans1D2" presStyleIdx="3" presStyleCnt="5"/>
      <dgm:spPr/>
      <dgm:t>
        <a:bodyPr/>
        <a:lstStyle/>
        <a:p>
          <a:endParaRPr lang="de-DE"/>
        </a:p>
      </dgm:t>
    </dgm:pt>
    <dgm:pt modelId="{6D65048F-3860-44A7-AF12-3276D3BCABFE}" type="pres">
      <dgm:prSet presAssocID="{B989BA72-48CB-4DBA-B70A-FD216EE7673B}" presName="hierRoot2" presStyleCnt="0">
        <dgm:presLayoutVars>
          <dgm:hierBranch val="init"/>
        </dgm:presLayoutVars>
      </dgm:prSet>
      <dgm:spPr/>
    </dgm:pt>
    <dgm:pt modelId="{825CE4A2-ADBF-46EF-8EE1-D101C496BBB6}" type="pres">
      <dgm:prSet presAssocID="{B989BA72-48CB-4DBA-B70A-FD216EE7673B}" presName="rootComposite" presStyleCnt="0"/>
      <dgm:spPr/>
    </dgm:pt>
    <dgm:pt modelId="{0FB28142-ED1B-4DEE-B0D0-338394621EDA}" type="pres">
      <dgm:prSet presAssocID="{B989BA72-48CB-4DBA-B70A-FD216EE7673B}" presName="rootText" presStyleLbl="node2" presStyleIdx="3" presStyleCnt="5" custScaleY="250209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89FA7638-EC66-437E-9BD9-39369AB1CB1D}" type="pres">
      <dgm:prSet presAssocID="{B989BA72-48CB-4DBA-B70A-FD216EE7673B}" presName="rootConnector" presStyleLbl="node2" presStyleIdx="3" presStyleCnt="5"/>
      <dgm:spPr/>
      <dgm:t>
        <a:bodyPr/>
        <a:lstStyle/>
        <a:p>
          <a:endParaRPr lang="de-DE"/>
        </a:p>
      </dgm:t>
    </dgm:pt>
    <dgm:pt modelId="{D57D494F-6E90-4405-89DF-2B76FB67849D}" type="pres">
      <dgm:prSet presAssocID="{B989BA72-48CB-4DBA-B70A-FD216EE7673B}" presName="hierChild4" presStyleCnt="0"/>
      <dgm:spPr/>
    </dgm:pt>
    <dgm:pt modelId="{D183503A-67E4-471E-A666-C353D4E6A39A}" type="pres">
      <dgm:prSet presAssocID="{B989BA72-48CB-4DBA-B70A-FD216EE7673B}" presName="hierChild5" presStyleCnt="0"/>
      <dgm:spPr/>
    </dgm:pt>
    <dgm:pt modelId="{EC2AFE6C-4252-4777-B045-B033BABB3462}" type="pres">
      <dgm:prSet presAssocID="{E00B7E5F-8B3E-4AFC-9DDC-7269D799E42D}" presName="hierChild3" presStyleCnt="0"/>
      <dgm:spPr/>
    </dgm:pt>
    <dgm:pt modelId="{74C964F0-E715-4399-952F-93D56CB6C714}" type="pres">
      <dgm:prSet presAssocID="{8E1BBE95-1254-44D7-8DB0-5E9EB9A6C7D8}" presName="hierRoot1" presStyleCnt="0">
        <dgm:presLayoutVars>
          <dgm:hierBranch val="init"/>
        </dgm:presLayoutVars>
      </dgm:prSet>
      <dgm:spPr/>
    </dgm:pt>
    <dgm:pt modelId="{C30FD94B-7259-4ECD-B94E-815FC3C32880}" type="pres">
      <dgm:prSet presAssocID="{8E1BBE95-1254-44D7-8DB0-5E9EB9A6C7D8}" presName="rootComposite1" presStyleCnt="0"/>
      <dgm:spPr/>
    </dgm:pt>
    <dgm:pt modelId="{3C8333EC-2AEE-48DA-912D-6E3639D943A9}" type="pres">
      <dgm:prSet presAssocID="{8E1BBE95-1254-44D7-8DB0-5E9EB9A6C7D8}" presName="rootText1" presStyleLbl="node0" presStyleIdx="3" presStyleCnt="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A17A18EF-4C47-4B1A-8116-A89F34A219A3}" type="pres">
      <dgm:prSet presAssocID="{8E1BBE95-1254-44D7-8DB0-5E9EB9A6C7D8}" presName="rootConnector1" presStyleLbl="node1" presStyleIdx="0" presStyleCnt="0"/>
      <dgm:spPr/>
      <dgm:t>
        <a:bodyPr/>
        <a:lstStyle/>
        <a:p>
          <a:endParaRPr lang="de-DE"/>
        </a:p>
      </dgm:t>
    </dgm:pt>
    <dgm:pt modelId="{9E0F9FB5-EBB9-4A05-BD54-DCD2A14D6F74}" type="pres">
      <dgm:prSet presAssocID="{8E1BBE95-1254-44D7-8DB0-5E9EB9A6C7D8}" presName="hierChild2" presStyleCnt="0"/>
      <dgm:spPr/>
    </dgm:pt>
    <dgm:pt modelId="{5D12A0F1-46E3-48A8-81F8-80A95F4572E3}" type="pres">
      <dgm:prSet presAssocID="{D2DC65B9-2976-41C2-A202-F12A42F8747F}" presName="Name37" presStyleLbl="parChTrans1D2" presStyleIdx="4" presStyleCnt="5"/>
      <dgm:spPr/>
      <dgm:t>
        <a:bodyPr/>
        <a:lstStyle/>
        <a:p>
          <a:endParaRPr lang="de-DE"/>
        </a:p>
      </dgm:t>
    </dgm:pt>
    <dgm:pt modelId="{BCC635E5-9CD6-45C2-8A37-1A8C2017F6CC}" type="pres">
      <dgm:prSet presAssocID="{D6AFF2AE-2B75-42FA-A352-B4EC877C5928}" presName="hierRoot2" presStyleCnt="0">
        <dgm:presLayoutVars>
          <dgm:hierBranch val="init"/>
        </dgm:presLayoutVars>
      </dgm:prSet>
      <dgm:spPr/>
    </dgm:pt>
    <dgm:pt modelId="{7F669B50-6E35-4F9F-9E35-E17686B6D107}" type="pres">
      <dgm:prSet presAssocID="{D6AFF2AE-2B75-42FA-A352-B4EC877C5928}" presName="rootComposite" presStyleCnt="0"/>
      <dgm:spPr/>
    </dgm:pt>
    <dgm:pt modelId="{B4E26870-6497-4B9C-835A-AB7D9D50A7E9}" type="pres">
      <dgm:prSet presAssocID="{D6AFF2AE-2B75-42FA-A352-B4EC877C5928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9E82E7EB-1EB8-4E0F-8B68-76FA2FBD914F}" type="pres">
      <dgm:prSet presAssocID="{D6AFF2AE-2B75-42FA-A352-B4EC877C5928}" presName="rootConnector" presStyleLbl="node2" presStyleIdx="4" presStyleCnt="5"/>
      <dgm:spPr/>
      <dgm:t>
        <a:bodyPr/>
        <a:lstStyle/>
        <a:p>
          <a:endParaRPr lang="de-DE"/>
        </a:p>
      </dgm:t>
    </dgm:pt>
    <dgm:pt modelId="{34D823D7-6F9F-46C4-9EB4-35D53707807E}" type="pres">
      <dgm:prSet presAssocID="{D6AFF2AE-2B75-42FA-A352-B4EC877C5928}" presName="hierChild4" presStyleCnt="0"/>
      <dgm:spPr/>
    </dgm:pt>
    <dgm:pt modelId="{43DE2C63-150A-461E-852F-800081ADB921}" type="pres">
      <dgm:prSet presAssocID="{D6AFF2AE-2B75-42FA-A352-B4EC877C5928}" presName="hierChild5" presStyleCnt="0"/>
      <dgm:spPr/>
    </dgm:pt>
    <dgm:pt modelId="{6E7556C6-9EAD-483B-8C4E-D612FF2AC52B}" type="pres">
      <dgm:prSet presAssocID="{8E1BBE95-1254-44D7-8DB0-5E9EB9A6C7D8}" presName="hierChild3" presStyleCnt="0"/>
      <dgm:spPr/>
    </dgm:pt>
  </dgm:ptLst>
  <dgm:cxnLst>
    <dgm:cxn modelId="{00B7D41B-3A59-45AB-8839-870C1A9C845C}" type="presOf" srcId="{CFC3CC05-A58A-4145-A949-00520D3E1E75}" destId="{720734BB-46B2-4EFC-B42C-382907169AF8}" srcOrd="0" destOrd="0" presId="urn:microsoft.com/office/officeart/2005/8/layout/orgChart1"/>
    <dgm:cxn modelId="{31F74011-DE99-439D-88BE-855DBE052065}" type="presOf" srcId="{F6F7590E-55D9-42FF-B679-C3CC154AC4B8}" destId="{77EF9F41-8865-4E29-A6FA-8BF678951942}" srcOrd="1" destOrd="0" presId="urn:microsoft.com/office/officeart/2005/8/layout/orgChart1"/>
    <dgm:cxn modelId="{362B76C9-3CF9-4A85-BC0F-84FF8F93FC74}" type="presOf" srcId="{F6F7590E-55D9-42FF-B679-C3CC154AC4B8}" destId="{B5807AEC-8879-4B70-9C27-812F1A73BE26}" srcOrd="0" destOrd="0" presId="urn:microsoft.com/office/officeart/2005/8/layout/orgChart1"/>
    <dgm:cxn modelId="{C4C05C92-C462-43E6-A153-168087E950FE}" type="presOf" srcId="{E182E34F-3BA5-4BE5-9418-3974B5CE8608}" destId="{17B23DB1-D674-4DF4-8581-711C11A60E7A}" srcOrd="0" destOrd="0" presId="urn:microsoft.com/office/officeart/2005/8/layout/orgChart1"/>
    <dgm:cxn modelId="{3E699D2C-D837-4CB3-AE07-24C9CEBDD982}" type="presOf" srcId="{472809AF-8FEE-4DB1-934A-2D646AC97B48}" destId="{9F72AFF9-000D-46A6-AE75-DFDD6F70EF92}" srcOrd="0" destOrd="0" presId="urn:microsoft.com/office/officeart/2005/8/layout/orgChart1"/>
    <dgm:cxn modelId="{1B385C88-FE53-4544-97D4-BAFA18418F37}" type="presOf" srcId="{B989BA72-48CB-4DBA-B70A-FD216EE7673B}" destId="{0FB28142-ED1B-4DEE-B0D0-338394621EDA}" srcOrd="0" destOrd="0" presId="urn:microsoft.com/office/officeart/2005/8/layout/orgChart1"/>
    <dgm:cxn modelId="{3C0D51BA-F717-446E-AA73-50C51F871BDE}" type="presOf" srcId="{DA703AFD-A2EC-4055-8CC2-F1A2114EA30B}" destId="{8508DC5F-222A-4334-A89A-8F742E6FF345}" srcOrd="1" destOrd="0" presId="urn:microsoft.com/office/officeart/2005/8/layout/orgChart1"/>
    <dgm:cxn modelId="{DF6D40AB-0857-464F-914D-721FE60FF9FA}" srcId="{E00B7E5F-8B3E-4AFC-9DDC-7269D799E42D}" destId="{B989BA72-48CB-4DBA-B70A-FD216EE7673B}" srcOrd="0" destOrd="0" parTransId="{1DE576CB-A475-407A-99D8-0FF6C9D5073E}" sibTransId="{BC7A7418-752B-418D-9F57-B617D9379E22}"/>
    <dgm:cxn modelId="{E196449E-778C-4121-B828-E0A2C1D5CC75}" type="presOf" srcId="{96E5881D-7724-4798-B1E4-40DCA616A35B}" destId="{CA4AF363-8DC3-42AD-901F-0E1CA2DD5339}" srcOrd="0" destOrd="0" presId="urn:microsoft.com/office/officeart/2005/8/layout/orgChart1"/>
    <dgm:cxn modelId="{9B8701B6-8F19-46DC-84B0-85E050AEBB6A}" type="presOf" srcId="{D2DC65B9-2976-41C2-A202-F12A42F8747F}" destId="{5D12A0F1-46E3-48A8-81F8-80A95F4572E3}" srcOrd="0" destOrd="0" presId="urn:microsoft.com/office/officeart/2005/8/layout/orgChart1"/>
    <dgm:cxn modelId="{E3025EB2-A429-49D3-AA3B-2CAC99023463}" type="presOf" srcId="{D6AFF2AE-2B75-42FA-A352-B4EC877C5928}" destId="{9E82E7EB-1EB8-4E0F-8B68-76FA2FBD914F}" srcOrd="1" destOrd="0" presId="urn:microsoft.com/office/officeart/2005/8/layout/orgChart1"/>
    <dgm:cxn modelId="{C517FF65-AFCF-44D6-86E5-E1648DDC702E}" type="presOf" srcId="{292E36C3-A11D-4A95-9F40-FAC439D44719}" destId="{09E3C4BB-77D9-47BC-85D2-D3BAD1285379}" srcOrd="1" destOrd="0" presId="urn:microsoft.com/office/officeart/2005/8/layout/orgChart1"/>
    <dgm:cxn modelId="{5C62773B-31AE-48AD-AE01-0529A8915F6A}" type="presOf" srcId="{96E5881D-7724-4798-B1E4-40DCA616A35B}" destId="{CB4D6434-F76A-435B-863C-A996E768009A}" srcOrd="1" destOrd="0" presId="urn:microsoft.com/office/officeart/2005/8/layout/orgChart1"/>
    <dgm:cxn modelId="{4EEB573B-758E-4504-A909-05ECC7EC35E7}" type="presOf" srcId="{8E1BBE95-1254-44D7-8DB0-5E9EB9A6C7D8}" destId="{A17A18EF-4C47-4B1A-8116-A89F34A219A3}" srcOrd="1" destOrd="0" presId="urn:microsoft.com/office/officeart/2005/8/layout/orgChart1"/>
    <dgm:cxn modelId="{DDA0265C-DF42-46A9-AABC-5E26B6B85D2F}" type="presOf" srcId="{B989BA72-48CB-4DBA-B70A-FD216EE7673B}" destId="{89FA7638-EC66-437E-9BD9-39369AB1CB1D}" srcOrd="1" destOrd="0" presId="urn:microsoft.com/office/officeart/2005/8/layout/orgChart1"/>
    <dgm:cxn modelId="{28083621-BD0D-4A26-9C76-E96B72925714}" type="presOf" srcId="{292E36C3-A11D-4A95-9F40-FAC439D44719}" destId="{AA712F1B-5F49-4B09-9479-724FF7AAE546}" srcOrd="0" destOrd="0" presId="urn:microsoft.com/office/officeart/2005/8/layout/orgChart1"/>
    <dgm:cxn modelId="{6FF753AE-2F74-431F-90F3-938488BF90BD}" type="presOf" srcId="{6A5235B0-BBC1-497F-B204-83CA73518BA2}" destId="{F113CF86-31F5-43E5-930B-A1FE46730571}" srcOrd="0" destOrd="0" presId="urn:microsoft.com/office/officeart/2005/8/layout/orgChart1"/>
    <dgm:cxn modelId="{2E65FACE-E3DA-4FC9-B7AC-01A02999484D}" srcId="{8E1BBE95-1254-44D7-8DB0-5E9EB9A6C7D8}" destId="{D6AFF2AE-2B75-42FA-A352-B4EC877C5928}" srcOrd="0" destOrd="0" parTransId="{D2DC65B9-2976-41C2-A202-F12A42F8747F}" sibTransId="{6BCE0838-C5B1-4076-BE6A-00E15019B2DD}"/>
    <dgm:cxn modelId="{F8B2BBC2-3A12-458B-B6D3-955BD4837A70}" type="presOf" srcId="{E00B7E5F-8B3E-4AFC-9DDC-7269D799E42D}" destId="{34CFDBA4-7FA5-4A72-83C1-13B27BAB3139}" srcOrd="0" destOrd="0" presId="urn:microsoft.com/office/officeart/2005/8/layout/orgChart1"/>
    <dgm:cxn modelId="{166C0C20-2B82-4FDC-8911-19BD215B0929}" srcId="{F6F7590E-55D9-42FF-B679-C3CC154AC4B8}" destId="{96E5881D-7724-4798-B1E4-40DCA616A35B}" srcOrd="0" destOrd="0" parTransId="{472809AF-8FEE-4DB1-934A-2D646AC97B48}" sibTransId="{BE0F9DC4-9138-4BC9-9683-A0957E5475EC}"/>
    <dgm:cxn modelId="{76EDC828-8830-4058-A3C9-EF58EC090258}" type="presOf" srcId="{961201C7-9838-4F68-8625-1C1863315AE8}" destId="{5CF57F12-456E-450A-997C-F499D8BEE98C}" srcOrd="0" destOrd="0" presId="urn:microsoft.com/office/officeart/2005/8/layout/orgChart1"/>
    <dgm:cxn modelId="{A6F44A9E-8D9E-4AC2-B9A6-CECD22FCD4F8}" srcId="{CFC3CC05-A58A-4145-A949-00520D3E1E75}" destId="{E680A9CF-BF45-4E6A-9A68-E9E77BB0BDC2}" srcOrd="1" destOrd="0" parTransId="{F4EFD25D-7938-43DD-8B8B-F0A411905A83}" sibTransId="{490E0E97-78AB-4146-AB26-6A524FAE9685}"/>
    <dgm:cxn modelId="{862E6085-C286-4A89-9EC5-3F61FF608D21}" type="presOf" srcId="{7B811DF8-E6DF-4AB7-BEDD-A62528549800}" destId="{0C26E17D-B446-4EE4-A96B-84A1AFE473C3}" srcOrd="0" destOrd="0" presId="urn:microsoft.com/office/officeart/2005/8/layout/orgChart1"/>
    <dgm:cxn modelId="{8BF27DB1-704B-4B9B-88FC-9C04AE535F9C}" srcId="{DA703AFD-A2EC-4055-8CC2-F1A2114EA30B}" destId="{292E36C3-A11D-4A95-9F40-FAC439D44719}" srcOrd="1" destOrd="0" parTransId="{6A5235B0-BBC1-497F-B204-83CA73518BA2}" sibTransId="{792CD944-3C55-4940-A16A-529D376A359F}"/>
    <dgm:cxn modelId="{D6EF23E3-6F18-43B1-B4CF-667F6D5360BC}" srcId="{292E36C3-A11D-4A95-9F40-FAC439D44719}" destId="{760AC419-44AF-4AB0-8E8C-D20458E70EF5}" srcOrd="0" destOrd="0" parTransId="{961201C7-9838-4F68-8625-1C1863315AE8}" sibTransId="{212AAF3E-A9D5-47F7-B51F-7EE64067D8F1}"/>
    <dgm:cxn modelId="{47F3D4BC-EBDA-4B3B-BB28-58292A1CE678}" srcId="{7B811DF8-E6DF-4AB7-BEDD-A62528549800}" destId="{DA703AFD-A2EC-4055-8CC2-F1A2114EA30B}" srcOrd="1" destOrd="0" parTransId="{A490480B-B306-4A05-ABF3-E5803677404E}" sibTransId="{23E12C6B-13DD-4665-8C2E-F5DE1781D62C}"/>
    <dgm:cxn modelId="{25FBB7F2-A57D-47D0-A550-CD2BDD724A63}" type="presOf" srcId="{E00B7E5F-8B3E-4AFC-9DDC-7269D799E42D}" destId="{4FC1E274-B0F9-4AC7-9008-7A7C44B8A6ED}" srcOrd="1" destOrd="0" presId="urn:microsoft.com/office/officeart/2005/8/layout/orgChart1"/>
    <dgm:cxn modelId="{6F87D244-487E-45DA-8329-47B1F1FBD2E1}" type="presOf" srcId="{760AC419-44AF-4AB0-8E8C-D20458E70EF5}" destId="{22062CF2-C6E8-4F00-9DAC-F74421337E86}" srcOrd="1" destOrd="0" presId="urn:microsoft.com/office/officeart/2005/8/layout/orgChart1"/>
    <dgm:cxn modelId="{6181673E-2217-40B2-9CAD-5B12565A3557}" srcId="{DA703AFD-A2EC-4055-8CC2-F1A2114EA30B}" destId="{CFC3CC05-A58A-4145-A949-00520D3E1E75}" srcOrd="0" destOrd="0" parTransId="{128E60D1-E94B-4902-9701-3217AFE31B1E}" sibTransId="{41406C7C-49B1-46EC-8759-DC8254DA3C8A}"/>
    <dgm:cxn modelId="{F05A8069-6CA8-452B-B6CA-3DC8A0351FA8}" type="presOf" srcId="{E680A9CF-BF45-4E6A-9A68-E9E77BB0BDC2}" destId="{C26072CA-D062-4431-9F69-630FFE9F6F7E}" srcOrd="0" destOrd="0" presId="urn:microsoft.com/office/officeart/2005/8/layout/orgChart1"/>
    <dgm:cxn modelId="{4C5D526D-F403-40EE-A496-6A16CCEB1F32}" type="presOf" srcId="{760AC419-44AF-4AB0-8E8C-D20458E70EF5}" destId="{96259685-A807-4B90-8EF1-EC1E4145727B}" srcOrd="0" destOrd="0" presId="urn:microsoft.com/office/officeart/2005/8/layout/orgChart1"/>
    <dgm:cxn modelId="{9A4A777A-38DC-4D43-A9CB-97FABFE9932D}" type="presOf" srcId="{DA703AFD-A2EC-4055-8CC2-F1A2114EA30B}" destId="{DBA43750-5B18-4E7A-9385-6D70B708E40E}" srcOrd="0" destOrd="0" presId="urn:microsoft.com/office/officeart/2005/8/layout/orgChart1"/>
    <dgm:cxn modelId="{932D5D9C-BA83-4117-94E6-F9BAF7DBA881}" type="presOf" srcId="{D6AFF2AE-2B75-42FA-A352-B4EC877C5928}" destId="{B4E26870-6497-4B9C-835A-AB7D9D50A7E9}" srcOrd="0" destOrd="0" presId="urn:microsoft.com/office/officeart/2005/8/layout/orgChart1"/>
    <dgm:cxn modelId="{1B56FB4E-54AE-44BE-83B3-6C28E68274D9}" srcId="{7B811DF8-E6DF-4AB7-BEDD-A62528549800}" destId="{8E1BBE95-1254-44D7-8DB0-5E9EB9A6C7D8}" srcOrd="3" destOrd="0" parTransId="{625EC278-ED3B-4E84-9629-0F107C9BBFD9}" sibTransId="{CAE0E815-71DA-47CF-904C-C0DA8DE7C22E}"/>
    <dgm:cxn modelId="{00AA6108-F26E-492C-B3D8-4A1264E763A7}" type="presOf" srcId="{E182E34F-3BA5-4BE5-9418-3974B5CE8608}" destId="{188F1121-4519-4B0B-88EE-695FDFA04936}" srcOrd="1" destOrd="0" presId="urn:microsoft.com/office/officeart/2005/8/layout/orgChart1"/>
    <dgm:cxn modelId="{3A349903-2A72-46DE-A372-D044E4BD5102}" srcId="{7B811DF8-E6DF-4AB7-BEDD-A62528549800}" destId="{F6F7590E-55D9-42FF-B679-C3CC154AC4B8}" srcOrd="0" destOrd="0" parTransId="{7EFB9D79-AE6B-44BA-B750-5CB44EA55294}" sibTransId="{A58339D1-8184-4D5C-93A0-F6640718EEED}"/>
    <dgm:cxn modelId="{4ED5D5CD-4225-45D6-ACD0-6A7BB2C1E66B}" srcId="{CFC3CC05-A58A-4145-A949-00520D3E1E75}" destId="{E182E34F-3BA5-4BE5-9418-3974B5CE8608}" srcOrd="0" destOrd="0" parTransId="{6A516987-B367-463F-9ECD-534A158C867F}" sibTransId="{D1CE36A8-C51A-4B09-89FC-677953EBC0E0}"/>
    <dgm:cxn modelId="{8F40A1A9-1868-4C74-8C53-B9104D538241}" type="presOf" srcId="{128E60D1-E94B-4902-9701-3217AFE31B1E}" destId="{2E4E04D4-3843-489D-938D-CEC44CBD6AB3}" srcOrd="0" destOrd="0" presId="urn:microsoft.com/office/officeart/2005/8/layout/orgChart1"/>
    <dgm:cxn modelId="{FA31990B-021D-4710-8D64-B2B4C7D6FE10}" type="presOf" srcId="{1DE576CB-A475-407A-99D8-0FF6C9D5073E}" destId="{9F887AC3-7680-4047-8C04-C21D11CEACC1}" srcOrd="0" destOrd="0" presId="urn:microsoft.com/office/officeart/2005/8/layout/orgChart1"/>
    <dgm:cxn modelId="{EB781D25-F567-4D76-9A55-07A381F6641A}" type="presOf" srcId="{8E1BBE95-1254-44D7-8DB0-5E9EB9A6C7D8}" destId="{3C8333EC-2AEE-48DA-912D-6E3639D943A9}" srcOrd="0" destOrd="0" presId="urn:microsoft.com/office/officeart/2005/8/layout/orgChart1"/>
    <dgm:cxn modelId="{5CCEB10E-C959-44AE-8C3E-495AB5EC69B0}" type="presOf" srcId="{E680A9CF-BF45-4E6A-9A68-E9E77BB0BDC2}" destId="{893EED2F-D7C9-47D5-8536-80029EF60A63}" srcOrd="1" destOrd="0" presId="urn:microsoft.com/office/officeart/2005/8/layout/orgChart1"/>
    <dgm:cxn modelId="{06569613-7D3B-44A4-8C31-EED579B50095}" type="presOf" srcId="{6A516987-B367-463F-9ECD-534A158C867F}" destId="{0824C03E-606F-4592-82ED-EA31F7195CCB}" srcOrd="0" destOrd="0" presId="urn:microsoft.com/office/officeart/2005/8/layout/orgChart1"/>
    <dgm:cxn modelId="{3C27F42C-B719-45E9-9259-F22935CDAA5D}" srcId="{7B811DF8-E6DF-4AB7-BEDD-A62528549800}" destId="{E00B7E5F-8B3E-4AFC-9DDC-7269D799E42D}" srcOrd="2" destOrd="0" parTransId="{12B8FFE5-43A9-4151-A51F-ADEC1A2BC978}" sibTransId="{126758AF-1B1E-4384-8BFA-1D036364099A}"/>
    <dgm:cxn modelId="{60859470-738F-4BED-98CA-81E3C9FB62A8}" type="presOf" srcId="{CFC3CC05-A58A-4145-A949-00520D3E1E75}" destId="{6D234952-EE3F-43D3-8637-7B073065094F}" srcOrd="1" destOrd="0" presId="urn:microsoft.com/office/officeart/2005/8/layout/orgChart1"/>
    <dgm:cxn modelId="{1D53AEE4-64B9-4345-A148-83E41BDC9E68}" type="presOf" srcId="{F4EFD25D-7938-43DD-8B8B-F0A411905A83}" destId="{26CE2433-10D4-45B5-9D6A-5AD6333DDA44}" srcOrd="0" destOrd="0" presId="urn:microsoft.com/office/officeart/2005/8/layout/orgChart1"/>
    <dgm:cxn modelId="{51472216-74C6-4DAF-B43F-4E687A7F1EB4}" type="presParOf" srcId="{0C26E17D-B446-4EE4-A96B-84A1AFE473C3}" destId="{72DF0BDC-C880-49E7-AFE8-4260562C0EF7}" srcOrd="0" destOrd="0" presId="urn:microsoft.com/office/officeart/2005/8/layout/orgChart1"/>
    <dgm:cxn modelId="{894E32F4-6F5C-4DBC-A620-9BA62A823C6B}" type="presParOf" srcId="{72DF0BDC-C880-49E7-AFE8-4260562C0EF7}" destId="{0364B759-1FAE-4A31-B9E5-582480CB4AB6}" srcOrd="0" destOrd="0" presId="urn:microsoft.com/office/officeart/2005/8/layout/orgChart1"/>
    <dgm:cxn modelId="{E1FF2BDF-B817-46B2-8FD8-D724CDFC5C79}" type="presParOf" srcId="{0364B759-1FAE-4A31-B9E5-582480CB4AB6}" destId="{B5807AEC-8879-4B70-9C27-812F1A73BE26}" srcOrd="0" destOrd="0" presId="urn:microsoft.com/office/officeart/2005/8/layout/orgChart1"/>
    <dgm:cxn modelId="{350B7CB4-97EE-45BC-8AFE-69FD679327AA}" type="presParOf" srcId="{0364B759-1FAE-4A31-B9E5-582480CB4AB6}" destId="{77EF9F41-8865-4E29-A6FA-8BF678951942}" srcOrd="1" destOrd="0" presId="urn:microsoft.com/office/officeart/2005/8/layout/orgChart1"/>
    <dgm:cxn modelId="{CD1F5297-D550-444E-8C3A-890C11E7A453}" type="presParOf" srcId="{72DF0BDC-C880-49E7-AFE8-4260562C0EF7}" destId="{3EFC1AA8-90BA-4586-885A-D599840B5441}" srcOrd="1" destOrd="0" presId="urn:microsoft.com/office/officeart/2005/8/layout/orgChart1"/>
    <dgm:cxn modelId="{5438E4B1-40C3-4A9F-BC6E-39D735CAAC04}" type="presParOf" srcId="{3EFC1AA8-90BA-4586-885A-D599840B5441}" destId="{9F72AFF9-000D-46A6-AE75-DFDD6F70EF92}" srcOrd="0" destOrd="0" presId="urn:microsoft.com/office/officeart/2005/8/layout/orgChart1"/>
    <dgm:cxn modelId="{80DEB9D2-3D66-42D9-8D10-F721C887C5FE}" type="presParOf" srcId="{3EFC1AA8-90BA-4586-885A-D599840B5441}" destId="{8837E842-270C-4CEF-A7CD-6C490A9E61CB}" srcOrd="1" destOrd="0" presId="urn:microsoft.com/office/officeart/2005/8/layout/orgChart1"/>
    <dgm:cxn modelId="{D60E467F-4167-4C2A-8A96-DE91EA3201C9}" type="presParOf" srcId="{8837E842-270C-4CEF-A7CD-6C490A9E61CB}" destId="{7D016E98-327A-46E9-935D-340A6926CEA6}" srcOrd="0" destOrd="0" presId="urn:microsoft.com/office/officeart/2005/8/layout/orgChart1"/>
    <dgm:cxn modelId="{6C5FB552-AA3F-4E79-B568-30387C6ECB49}" type="presParOf" srcId="{7D016E98-327A-46E9-935D-340A6926CEA6}" destId="{CA4AF363-8DC3-42AD-901F-0E1CA2DD5339}" srcOrd="0" destOrd="0" presId="urn:microsoft.com/office/officeart/2005/8/layout/orgChart1"/>
    <dgm:cxn modelId="{15E3D657-F4A2-45EE-8FA1-3361C2CFF9A8}" type="presParOf" srcId="{7D016E98-327A-46E9-935D-340A6926CEA6}" destId="{CB4D6434-F76A-435B-863C-A996E768009A}" srcOrd="1" destOrd="0" presId="urn:microsoft.com/office/officeart/2005/8/layout/orgChart1"/>
    <dgm:cxn modelId="{443AE85B-A885-4994-9175-AEBBD24E3727}" type="presParOf" srcId="{8837E842-270C-4CEF-A7CD-6C490A9E61CB}" destId="{B28B4376-68FD-4684-A3EC-421A8FC2056E}" srcOrd="1" destOrd="0" presId="urn:microsoft.com/office/officeart/2005/8/layout/orgChart1"/>
    <dgm:cxn modelId="{223F60A4-D8B5-4F88-A264-4CC670403193}" type="presParOf" srcId="{8837E842-270C-4CEF-A7CD-6C490A9E61CB}" destId="{2A854EEE-688B-4C90-962B-38A8D1730D91}" srcOrd="2" destOrd="0" presId="urn:microsoft.com/office/officeart/2005/8/layout/orgChart1"/>
    <dgm:cxn modelId="{5FECF79C-E03C-4FD8-911A-9840B6A4C606}" type="presParOf" srcId="{72DF0BDC-C880-49E7-AFE8-4260562C0EF7}" destId="{FA9E8ADE-1889-4DCB-93E3-2E40B6662B23}" srcOrd="2" destOrd="0" presId="urn:microsoft.com/office/officeart/2005/8/layout/orgChart1"/>
    <dgm:cxn modelId="{975478BF-9418-4020-9FEF-A7AA67532171}" type="presParOf" srcId="{0C26E17D-B446-4EE4-A96B-84A1AFE473C3}" destId="{48E93D41-336C-4863-BAE9-6849542D4EF3}" srcOrd="1" destOrd="0" presId="urn:microsoft.com/office/officeart/2005/8/layout/orgChart1"/>
    <dgm:cxn modelId="{37500B6C-C5AC-4F34-9BF2-BF9D9098EC2A}" type="presParOf" srcId="{48E93D41-336C-4863-BAE9-6849542D4EF3}" destId="{A527F4A4-F32C-4908-A4F2-DEB348B276DF}" srcOrd="0" destOrd="0" presId="urn:microsoft.com/office/officeart/2005/8/layout/orgChart1"/>
    <dgm:cxn modelId="{F89AAEE5-40FD-44F4-8859-083D6BAA5A3E}" type="presParOf" srcId="{A527F4A4-F32C-4908-A4F2-DEB348B276DF}" destId="{DBA43750-5B18-4E7A-9385-6D70B708E40E}" srcOrd="0" destOrd="0" presId="urn:microsoft.com/office/officeart/2005/8/layout/orgChart1"/>
    <dgm:cxn modelId="{2F8200F0-642F-4568-9C9B-A264A3EA6CA3}" type="presParOf" srcId="{A527F4A4-F32C-4908-A4F2-DEB348B276DF}" destId="{8508DC5F-222A-4334-A89A-8F742E6FF345}" srcOrd="1" destOrd="0" presId="urn:microsoft.com/office/officeart/2005/8/layout/orgChart1"/>
    <dgm:cxn modelId="{402E07BB-E354-49DD-9F40-422BE85927E4}" type="presParOf" srcId="{48E93D41-336C-4863-BAE9-6849542D4EF3}" destId="{2535E7FD-D22C-43D6-943B-27DDF3508FE3}" srcOrd="1" destOrd="0" presId="urn:microsoft.com/office/officeart/2005/8/layout/orgChart1"/>
    <dgm:cxn modelId="{B94407CA-3761-4ADF-BFA2-3BC833D6E5BF}" type="presParOf" srcId="{2535E7FD-D22C-43D6-943B-27DDF3508FE3}" destId="{2E4E04D4-3843-489D-938D-CEC44CBD6AB3}" srcOrd="0" destOrd="0" presId="urn:microsoft.com/office/officeart/2005/8/layout/orgChart1"/>
    <dgm:cxn modelId="{6FCCBCF7-C2F8-44CD-AE01-1A4D08D002A3}" type="presParOf" srcId="{2535E7FD-D22C-43D6-943B-27DDF3508FE3}" destId="{3DEAEC0C-8157-46DD-96ED-F1DE88DA3088}" srcOrd="1" destOrd="0" presId="urn:microsoft.com/office/officeart/2005/8/layout/orgChart1"/>
    <dgm:cxn modelId="{28034FE6-52FC-45EC-B984-C25DBE2659C7}" type="presParOf" srcId="{3DEAEC0C-8157-46DD-96ED-F1DE88DA3088}" destId="{83B57307-F6D1-43C9-99EA-138C96C49634}" srcOrd="0" destOrd="0" presId="urn:microsoft.com/office/officeart/2005/8/layout/orgChart1"/>
    <dgm:cxn modelId="{4DC80803-A808-492A-AF11-A643000817F7}" type="presParOf" srcId="{83B57307-F6D1-43C9-99EA-138C96C49634}" destId="{720734BB-46B2-4EFC-B42C-382907169AF8}" srcOrd="0" destOrd="0" presId="urn:microsoft.com/office/officeart/2005/8/layout/orgChart1"/>
    <dgm:cxn modelId="{E9A50F70-A2CD-4D6C-B867-5C71088F8A7D}" type="presParOf" srcId="{83B57307-F6D1-43C9-99EA-138C96C49634}" destId="{6D234952-EE3F-43D3-8637-7B073065094F}" srcOrd="1" destOrd="0" presId="urn:microsoft.com/office/officeart/2005/8/layout/orgChart1"/>
    <dgm:cxn modelId="{3F3B7DEE-FEF7-40BC-9A2D-69AE509B900D}" type="presParOf" srcId="{3DEAEC0C-8157-46DD-96ED-F1DE88DA3088}" destId="{77DCC89D-88C4-4F75-AEDE-6EAA8418D328}" srcOrd="1" destOrd="0" presId="urn:microsoft.com/office/officeart/2005/8/layout/orgChart1"/>
    <dgm:cxn modelId="{BF4DE925-F8D8-41CE-9D30-853473BAFF02}" type="presParOf" srcId="{77DCC89D-88C4-4F75-AEDE-6EAA8418D328}" destId="{0824C03E-606F-4592-82ED-EA31F7195CCB}" srcOrd="0" destOrd="0" presId="urn:microsoft.com/office/officeart/2005/8/layout/orgChart1"/>
    <dgm:cxn modelId="{F61CC89A-C4E9-484B-9D75-F99C475DC274}" type="presParOf" srcId="{77DCC89D-88C4-4F75-AEDE-6EAA8418D328}" destId="{10327CE6-3125-43D6-8A0D-BE5EF04544E0}" srcOrd="1" destOrd="0" presId="urn:microsoft.com/office/officeart/2005/8/layout/orgChart1"/>
    <dgm:cxn modelId="{D8E592B0-3E4B-4581-8FA8-FE81D22952C1}" type="presParOf" srcId="{10327CE6-3125-43D6-8A0D-BE5EF04544E0}" destId="{0CA2D111-EEE1-4AF3-AC12-83C09B5452AD}" srcOrd="0" destOrd="0" presId="urn:microsoft.com/office/officeart/2005/8/layout/orgChart1"/>
    <dgm:cxn modelId="{A814E2D9-4DD2-468A-8CDB-62E192AC08C8}" type="presParOf" srcId="{0CA2D111-EEE1-4AF3-AC12-83C09B5452AD}" destId="{17B23DB1-D674-4DF4-8581-711C11A60E7A}" srcOrd="0" destOrd="0" presId="urn:microsoft.com/office/officeart/2005/8/layout/orgChart1"/>
    <dgm:cxn modelId="{732C8D53-25BF-42D0-8331-6DB3CEB9E772}" type="presParOf" srcId="{0CA2D111-EEE1-4AF3-AC12-83C09B5452AD}" destId="{188F1121-4519-4B0B-88EE-695FDFA04936}" srcOrd="1" destOrd="0" presId="urn:microsoft.com/office/officeart/2005/8/layout/orgChart1"/>
    <dgm:cxn modelId="{8FF724C8-39BB-4A8F-B44F-C60020B13C12}" type="presParOf" srcId="{10327CE6-3125-43D6-8A0D-BE5EF04544E0}" destId="{BAD6CD4B-1991-40AD-BAB4-A6CC41E70449}" srcOrd="1" destOrd="0" presId="urn:microsoft.com/office/officeart/2005/8/layout/orgChart1"/>
    <dgm:cxn modelId="{ACD937CE-94A9-4A55-BF27-6CE3990B38B9}" type="presParOf" srcId="{10327CE6-3125-43D6-8A0D-BE5EF04544E0}" destId="{C6A7B301-FBCA-409A-A355-5CD56872588D}" srcOrd="2" destOrd="0" presId="urn:microsoft.com/office/officeart/2005/8/layout/orgChart1"/>
    <dgm:cxn modelId="{5CD81952-C89A-4FE5-9DCB-2ECD0230738F}" type="presParOf" srcId="{77DCC89D-88C4-4F75-AEDE-6EAA8418D328}" destId="{26CE2433-10D4-45B5-9D6A-5AD6333DDA44}" srcOrd="2" destOrd="0" presId="urn:microsoft.com/office/officeart/2005/8/layout/orgChart1"/>
    <dgm:cxn modelId="{7946660F-38B4-47B7-9E00-6F2FBF751D83}" type="presParOf" srcId="{77DCC89D-88C4-4F75-AEDE-6EAA8418D328}" destId="{44C71491-51CE-48DD-9883-BB2803317D69}" srcOrd="3" destOrd="0" presId="urn:microsoft.com/office/officeart/2005/8/layout/orgChart1"/>
    <dgm:cxn modelId="{506A35A2-8ECF-4532-92F4-644A58D6EF43}" type="presParOf" srcId="{44C71491-51CE-48DD-9883-BB2803317D69}" destId="{7C6A46B5-7D17-47F6-9888-AAA60FFA1D0B}" srcOrd="0" destOrd="0" presId="urn:microsoft.com/office/officeart/2005/8/layout/orgChart1"/>
    <dgm:cxn modelId="{64DCBCF2-76C1-46F5-9D3D-D8C46A17666B}" type="presParOf" srcId="{7C6A46B5-7D17-47F6-9888-AAA60FFA1D0B}" destId="{C26072CA-D062-4431-9F69-630FFE9F6F7E}" srcOrd="0" destOrd="0" presId="urn:microsoft.com/office/officeart/2005/8/layout/orgChart1"/>
    <dgm:cxn modelId="{19C11F27-7FBD-4D36-934F-E38D4DE3087F}" type="presParOf" srcId="{7C6A46B5-7D17-47F6-9888-AAA60FFA1D0B}" destId="{893EED2F-D7C9-47D5-8536-80029EF60A63}" srcOrd="1" destOrd="0" presId="urn:microsoft.com/office/officeart/2005/8/layout/orgChart1"/>
    <dgm:cxn modelId="{FBA4DF2B-8D0A-44AD-B6BD-5ADAD282D6B2}" type="presParOf" srcId="{44C71491-51CE-48DD-9883-BB2803317D69}" destId="{5AF990BF-2316-4219-B653-7895FA4ED4B1}" srcOrd="1" destOrd="0" presId="urn:microsoft.com/office/officeart/2005/8/layout/orgChart1"/>
    <dgm:cxn modelId="{70EBE4AE-FD53-4F23-A18F-7400C41DE22C}" type="presParOf" srcId="{44C71491-51CE-48DD-9883-BB2803317D69}" destId="{C9F9E0FE-0347-4D09-8E41-D0944311286C}" srcOrd="2" destOrd="0" presId="urn:microsoft.com/office/officeart/2005/8/layout/orgChart1"/>
    <dgm:cxn modelId="{335BED9C-F785-4FAB-9791-A763EDBC6D70}" type="presParOf" srcId="{3DEAEC0C-8157-46DD-96ED-F1DE88DA3088}" destId="{C06D9CD1-0298-414F-89D7-50F0C1EBB4FE}" srcOrd="2" destOrd="0" presId="urn:microsoft.com/office/officeart/2005/8/layout/orgChart1"/>
    <dgm:cxn modelId="{408F4B1F-D60A-4347-BB86-208759A281F2}" type="presParOf" srcId="{2535E7FD-D22C-43D6-943B-27DDF3508FE3}" destId="{F113CF86-31F5-43E5-930B-A1FE46730571}" srcOrd="2" destOrd="0" presId="urn:microsoft.com/office/officeart/2005/8/layout/orgChart1"/>
    <dgm:cxn modelId="{3A8E83A9-064E-4CC3-9C01-4ADD939FC8D4}" type="presParOf" srcId="{2535E7FD-D22C-43D6-943B-27DDF3508FE3}" destId="{F7FEAAD5-0039-4FA0-BEB6-644398DCD52A}" srcOrd="3" destOrd="0" presId="urn:microsoft.com/office/officeart/2005/8/layout/orgChart1"/>
    <dgm:cxn modelId="{B4223979-7BF3-40BB-8C17-07FDD1BE517E}" type="presParOf" srcId="{F7FEAAD5-0039-4FA0-BEB6-644398DCD52A}" destId="{D2ECC883-0245-49AD-A9EF-9886178EF673}" srcOrd="0" destOrd="0" presId="urn:microsoft.com/office/officeart/2005/8/layout/orgChart1"/>
    <dgm:cxn modelId="{76F3A01B-2847-499F-85BB-12CAE81CF7AA}" type="presParOf" srcId="{D2ECC883-0245-49AD-A9EF-9886178EF673}" destId="{AA712F1B-5F49-4B09-9479-724FF7AAE546}" srcOrd="0" destOrd="0" presId="urn:microsoft.com/office/officeart/2005/8/layout/orgChart1"/>
    <dgm:cxn modelId="{42C6D615-5811-4CD3-84CF-D75C069B0690}" type="presParOf" srcId="{D2ECC883-0245-49AD-A9EF-9886178EF673}" destId="{09E3C4BB-77D9-47BC-85D2-D3BAD1285379}" srcOrd="1" destOrd="0" presId="urn:microsoft.com/office/officeart/2005/8/layout/orgChart1"/>
    <dgm:cxn modelId="{3869C191-A601-405B-A448-AB373B3F694E}" type="presParOf" srcId="{F7FEAAD5-0039-4FA0-BEB6-644398DCD52A}" destId="{296A6332-2A84-46F9-9274-614F204BE208}" srcOrd="1" destOrd="0" presId="urn:microsoft.com/office/officeart/2005/8/layout/orgChart1"/>
    <dgm:cxn modelId="{A2645623-8F71-4BD2-9DF0-444F2C4BF134}" type="presParOf" srcId="{296A6332-2A84-46F9-9274-614F204BE208}" destId="{5CF57F12-456E-450A-997C-F499D8BEE98C}" srcOrd="0" destOrd="0" presId="urn:microsoft.com/office/officeart/2005/8/layout/orgChart1"/>
    <dgm:cxn modelId="{61B7401A-1136-4D53-9B76-6B989032B5B3}" type="presParOf" srcId="{296A6332-2A84-46F9-9274-614F204BE208}" destId="{C469512C-4BFA-4D1B-BC58-AE8A1B8858E8}" srcOrd="1" destOrd="0" presId="urn:microsoft.com/office/officeart/2005/8/layout/orgChart1"/>
    <dgm:cxn modelId="{F2A0D6AD-E92A-49F8-AF53-E707DC04019D}" type="presParOf" srcId="{C469512C-4BFA-4D1B-BC58-AE8A1B8858E8}" destId="{8C4E29C4-19A4-4506-8893-E4D90BDA488F}" srcOrd="0" destOrd="0" presId="urn:microsoft.com/office/officeart/2005/8/layout/orgChart1"/>
    <dgm:cxn modelId="{924DEA86-E726-4AB1-8871-4F8F20E1578E}" type="presParOf" srcId="{8C4E29C4-19A4-4506-8893-E4D90BDA488F}" destId="{96259685-A807-4B90-8EF1-EC1E4145727B}" srcOrd="0" destOrd="0" presId="urn:microsoft.com/office/officeart/2005/8/layout/orgChart1"/>
    <dgm:cxn modelId="{C40BBB0C-C56B-41F2-AE7D-33E3D3E709F9}" type="presParOf" srcId="{8C4E29C4-19A4-4506-8893-E4D90BDA488F}" destId="{22062CF2-C6E8-4F00-9DAC-F74421337E86}" srcOrd="1" destOrd="0" presId="urn:microsoft.com/office/officeart/2005/8/layout/orgChart1"/>
    <dgm:cxn modelId="{2F36A02E-BABF-4C98-BA13-D3324C817B02}" type="presParOf" srcId="{C469512C-4BFA-4D1B-BC58-AE8A1B8858E8}" destId="{04E29681-92F2-4FB5-86CE-F9CA1CD94CFC}" srcOrd="1" destOrd="0" presId="urn:microsoft.com/office/officeart/2005/8/layout/orgChart1"/>
    <dgm:cxn modelId="{FAE3D69A-8DC6-4F05-BBF4-91C3B9617631}" type="presParOf" srcId="{C469512C-4BFA-4D1B-BC58-AE8A1B8858E8}" destId="{6119AE86-805B-45C3-A29C-271DFE2F6138}" srcOrd="2" destOrd="0" presId="urn:microsoft.com/office/officeart/2005/8/layout/orgChart1"/>
    <dgm:cxn modelId="{51DE2A45-4C45-4814-9254-10D52D29F43E}" type="presParOf" srcId="{F7FEAAD5-0039-4FA0-BEB6-644398DCD52A}" destId="{D4FF4CC6-6440-42AB-9EFE-559F901F7BF5}" srcOrd="2" destOrd="0" presId="urn:microsoft.com/office/officeart/2005/8/layout/orgChart1"/>
    <dgm:cxn modelId="{7B5F2E7D-6282-40BD-8BBA-356A92E308E4}" type="presParOf" srcId="{48E93D41-336C-4863-BAE9-6849542D4EF3}" destId="{DFA785C0-8E44-488B-928E-2B9C75049B90}" srcOrd="2" destOrd="0" presId="urn:microsoft.com/office/officeart/2005/8/layout/orgChart1"/>
    <dgm:cxn modelId="{8D1F8DDA-7F6D-4EC6-AB18-A82070E6C8EF}" type="presParOf" srcId="{0C26E17D-B446-4EE4-A96B-84A1AFE473C3}" destId="{97B877AB-2A71-45DE-8211-1AF9C31F7142}" srcOrd="2" destOrd="0" presId="urn:microsoft.com/office/officeart/2005/8/layout/orgChart1"/>
    <dgm:cxn modelId="{3B4031D9-CF7F-4905-A7DD-F60220328C3A}" type="presParOf" srcId="{97B877AB-2A71-45DE-8211-1AF9C31F7142}" destId="{5810C5C0-3ED5-4BDB-8429-15B58CFBB7C6}" srcOrd="0" destOrd="0" presId="urn:microsoft.com/office/officeart/2005/8/layout/orgChart1"/>
    <dgm:cxn modelId="{E0C1D76C-D631-460B-88A1-98426BA48C28}" type="presParOf" srcId="{5810C5C0-3ED5-4BDB-8429-15B58CFBB7C6}" destId="{34CFDBA4-7FA5-4A72-83C1-13B27BAB3139}" srcOrd="0" destOrd="0" presId="urn:microsoft.com/office/officeart/2005/8/layout/orgChart1"/>
    <dgm:cxn modelId="{AF55C56D-A389-4676-9A67-58599837AF22}" type="presParOf" srcId="{5810C5C0-3ED5-4BDB-8429-15B58CFBB7C6}" destId="{4FC1E274-B0F9-4AC7-9008-7A7C44B8A6ED}" srcOrd="1" destOrd="0" presId="urn:microsoft.com/office/officeart/2005/8/layout/orgChart1"/>
    <dgm:cxn modelId="{9FF86790-21A7-41D3-83A5-526ACE58AEB1}" type="presParOf" srcId="{97B877AB-2A71-45DE-8211-1AF9C31F7142}" destId="{81F71172-2B95-4A64-9A8D-0B7422270CD7}" srcOrd="1" destOrd="0" presId="urn:microsoft.com/office/officeart/2005/8/layout/orgChart1"/>
    <dgm:cxn modelId="{7C5F24EB-84BE-4BCC-AD6E-0C32075B6771}" type="presParOf" srcId="{81F71172-2B95-4A64-9A8D-0B7422270CD7}" destId="{9F887AC3-7680-4047-8C04-C21D11CEACC1}" srcOrd="0" destOrd="0" presId="urn:microsoft.com/office/officeart/2005/8/layout/orgChart1"/>
    <dgm:cxn modelId="{C799C189-F9C8-4B2E-A37B-6B1776022FAF}" type="presParOf" srcId="{81F71172-2B95-4A64-9A8D-0B7422270CD7}" destId="{6D65048F-3860-44A7-AF12-3276D3BCABFE}" srcOrd="1" destOrd="0" presId="urn:microsoft.com/office/officeart/2005/8/layout/orgChart1"/>
    <dgm:cxn modelId="{DA2B392D-26C1-4AB2-B964-0E577F419DFB}" type="presParOf" srcId="{6D65048F-3860-44A7-AF12-3276D3BCABFE}" destId="{825CE4A2-ADBF-46EF-8EE1-D101C496BBB6}" srcOrd="0" destOrd="0" presId="urn:microsoft.com/office/officeart/2005/8/layout/orgChart1"/>
    <dgm:cxn modelId="{893C35C6-C0E1-4A3D-A8D0-C5952929D265}" type="presParOf" srcId="{825CE4A2-ADBF-46EF-8EE1-D101C496BBB6}" destId="{0FB28142-ED1B-4DEE-B0D0-338394621EDA}" srcOrd="0" destOrd="0" presId="urn:microsoft.com/office/officeart/2005/8/layout/orgChart1"/>
    <dgm:cxn modelId="{16E607F5-AA4D-4A8B-BCD5-D51B035864F1}" type="presParOf" srcId="{825CE4A2-ADBF-46EF-8EE1-D101C496BBB6}" destId="{89FA7638-EC66-437E-9BD9-39369AB1CB1D}" srcOrd="1" destOrd="0" presId="urn:microsoft.com/office/officeart/2005/8/layout/orgChart1"/>
    <dgm:cxn modelId="{4E258CBE-4E1B-47A2-BCE8-BC943A5EE507}" type="presParOf" srcId="{6D65048F-3860-44A7-AF12-3276D3BCABFE}" destId="{D57D494F-6E90-4405-89DF-2B76FB67849D}" srcOrd="1" destOrd="0" presId="urn:microsoft.com/office/officeart/2005/8/layout/orgChart1"/>
    <dgm:cxn modelId="{8D0C9430-2E76-406B-BFA2-10599A4960CC}" type="presParOf" srcId="{6D65048F-3860-44A7-AF12-3276D3BCABFE}" destId="{D183503A-67E4-471E-A666-C353D4E6A39A}" srcOrd="2" destOrd="0" presId="urn:microsoft.com/office/officeart/2005/8/layout/orgChart1"/>
    <dgm:cxn modelId="{61A72011-4003-450D-9F5D-58C9595B1CE2}" type="presParOf" srcId="{97B877AB-2A71-45DE-8211-1AF9C31F7142}" destId="{EC2AFE6C-4252-4777-B045-B033BABB3462}" srcOrd="2" destOrd="0" presId="urn:microsoft.com/office/officeart/2005/8/layout/orgChart1"/>
    <dgm:cxn modelId="{A233FB37-CA6B-4043-A54A-2C5B56607E88}" type="presParOf" srcId="{0C26E17D-B446-4EE4-A96B-84A1AFE473C3}" destId="{74C964F0-E715-4399-952F-93D56CB6C714}" srcOrd="3" destOrd="0" presId="urn:microsoft.com/office/officeart/2005/8/layout/orgChart1"/>
    <dgm:cxn modelId="{FF1DB531-3DDC-4B4A-9178-EA8FC7EEE919}" type="presParOf" srcId="{74C964F0-E715-4399-952F-93D56CB6C714}" destId="{C30FD94B-7259-4ECD-B94E-815FC3C32880}" srcOrd="0" destOrd="0" presId="urn:microsoft.com/office/officeart/2005/8/layout/orgChart1"/>
    <dgm:cxn modelId="{FE7E313C-AC8A-44D1-9B7E-5C2414713AA9}" type="presParOf" srcId="{C30FD94B-7259-4ECD-B94E-815FC3C32880}" destId="{3C8333EC-2AEE-48DA-912D-6E3639D943A9}" srcOrd="0" destOrd="0" presId="urn:microsoft.com/office/officeart/2005/8/layout/orgChart1"/>
    <dgm:cxn modelId="{0106AF47-FDD4-40ED-A0C6-FAA34C8F53DF}" type="presParOf" srcId="{C30FD94B-7259-4ECD-B94E-815FC3C32880}" destId="{A17A18EF-4C47-4B1A-8116-A89F34A219A3}" srcOrd="1" destOrd="0" presId="urn:microsoft.com/office/officeart/2005/8/layout/orgChart1"/>
    <dgm:cxn modelId="{97FE0CA9-34AF-4305-A5CB-F8ED85D52E62}" type="presParOf" srcId="{74C964F0-E715-4399-952F-93D56CB6C714}" destId="{9E0F9FB5-EBB9-4A05-BD54-DCD2A14D6F74}" srcOrd="1" destOrd="0" presId="urn:microsoft.com/office/officeart/2005/8/layout/orgChart1"/>
    <dgm:cxn modelId="{8C50A9D0-B28E-4879-A61E-8F22B7E9FE71}" type="presParOf" srcId="{9E0F9FB5-EBB9-4A05-BD54-DCD2A14D6F74}" destId="{5D12A0F1-46E3-48A8-81F8-80A95F4572E3}" srcOrd="0" destOrd="0" presId="urn:microsoft.com/office/officeart/2005/8/layout/orgChart1"/>
    <dgm:cxn modelId="{AE1A9533-7469-401C-93E8-F689C468A3B7}" type="presParOf" srcId="{9E0F9FB5-EBB9-4A05-BD54-DCD2A14D6F74}" destId="{BCC635E5-9CD6-45C2-8A37-1A8C2017F6CC}" srcOrd="1" destOrd="0" presId="urn:microsoft.com/office/officeart/2005/8/layout/orgChart1"/>
    <dgm:cxn modelId="{4A02411F-ADC9-4942-A65A-786AF5E99120}" type="presParOf" srcId="{BCC635E5-9CD6-45C2-8A37-1A8C2017F6CC}" destId="{7F669B50-6E35-4F9F-9E35-E17686B6D107}" srcOrd="0" destOrd="0" presId="urn:microsoft.com/office/officeart/2005/8/layout/orgChart1"/>
    <dgm:cxn modelId="{37B3A4D5-3AFD-439A-B5BB-587C24D76AC1}" type="presParOf" srcId="{7F669B50-6E35-4F9F-9E35-E17686B6D107}" destId="{B4E26870-6497-4B9C-835A-AB7D9D50A7E9}" srcOrd="0" destOrd="0" presId="urn:microsoft.com/office/officeart/2005/8/layout/orgChart1"/>
    <dgm:cxn modelId="{A49081FB-8C18-494B-B6F0-56CB032FCDD0}" type="presParOf" srcId="{7F669B50-6E35-4F9F-9E35-E17686B6D107}" destId="{9E82E7EB-1EB8-4E0F-8B68-76FA2FBD914F}" srcOrd="1" destOrd="0" presId="urn:microsoft.com/office/officeart/2005/8/layout/orgChart1"/>
    <dgm:cxn modelId="{C4B9FB5D-CD46-46D2-8D23-006703F510BC}" type="presParOf" srcId="{BCC635E5-9CD6-45C2-8A37-1A8C2017F6CC}" destId="{34D823D7-6F9F-46C4-9EB4-35D53707807E}" srcOrd="1" destOrd="0" presId="urn:microsoft.com/office/officeart/2005/8/layout/orgChart1"/>
    <dgm:cxn modelId="{008D64EA-B5E4-42C4-8EF9-C50E52BDF108}" type="presParOf" srcId="{BCC635E5-9CD6-45C2-8A37-1A8C2017F6CC}" destId="{43DE2C63-150A-461E-852F-800081ADB921}" srcOrd="2" destOrd="0" presId="urn:microsoft.com/office/officeart/2005/8/layout/orgChart1"/>
    <dgm:cxn modelId="{B90D5D7C-710F-4690-AA29-8358249B3393}" type="presParOf" srcId="{74C964F0-E715-4399-952F-93D56CB6C714}" destId="{6E7556C6-9EAD-483B-8C4E-D612FF2AC52B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2A0F1-46E3-48A8-81F8-80A95F4572E3}">
      <dsp:nvSpPr>
        <dsp:cNvPr id="0" name=""/>
        <dsp:cNvSpPr/>
      </dsp:nvSpPr>
      <dsp:spPr>
        <a:xfrm>
          <a:off x="7434620" y="664800"/>
          <a:ext cx="91440" cy="27783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837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887AC3-7680-4047-8C04-C21D11CEACC1}">
      <dsp:nvSpPr>
        <dsp:cNvPr id="0" name=""/>
        <dsp:cNvSpPr/>
      </dsp:nvSpPr>
      <dsp:spPr>
        <a:xfrm>
          <a:off x="5833746" y="664800"/>
          <a:ext cx="91440" cy="27783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837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F57F12-456E-450A-997C-F499D8BEE98C}">
      <dsp:nvSpPr>
        <dsp:cNvPr id="0" name=""/>
        <dsp:cNvSpPr/>
      </dsp:nvSpPr>
      <dsp:spPr>
        <a:xfrm>
          <a:off x="3418618" y="1620852"/>
          <a:ext cx="198455" cy="591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900"/>
              </a:lnTo>
              <a:lnTo>
                <a:pt x="198455" y="591900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13CF86-31F5-43E5-930B-A1FE46730571}">
      <dsp:nvSpPr>
        <dsp:cNvPr id="0" name=""/>
        <dsp:cNvSpPr/>
      </dsp:nvSpPr>
      <dsp:spPr>
        <a:xfrm>
          <a:off x="3147395" y="664800"/>
          <a:ext cx="800437" cy="29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615"/>
              </a:lnTo>
              <a:lnTo>
                <a:pt x="800437" y="155615"/>
              </a:lnTo>
              <a:lnTo>
                <a:pt x="800437" y="294534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E2433-10D4-45B5-9D6A-5AD6333DDA44}">
      <dsp:nvSpPr>
        <dsp:cNvPr id="0" name=""/>
        <dsp:cNvSpPr/>
      </dsp:nvSpPr>
      <dsp:spPr>
        <a:xfrm>
          <a:off x="1817744" y="1620852"/>
          <a:ext cx="198455" cy="1531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1255"/>
              </a:lnTo>
              <a:lnTo>
                <a:pt x="198455" y="1531255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24C03E-606F-4592-82ED-EA31F7195CCB}">
      <dsp:nvSpPr>
        <dsp:cNvPr id="0" name=""/>
        <dsp:cNvSpPr/>
      </dsp:nvSpPr>
      <dsp:spPr>
        <a:xfrm>
          <a:off x="1817744" y="1620852"/>
          <a:ext cx="198455" cy="591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900"/>
              </a:lnTo>
              <a:lnTo>
                <a:pt x="198455" y="591900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4E04D4-3843-489D-938D-CEC44CBD6AB3}">
      <dsp:nvSpPr>
        <dsp:cNvPr id="0" name=""/>
        <dsp:cNvSpPr/>
      </dsp:nvSpPr>
      <dsp:spPr>
        <a:xfrm>
          <a:off x="2346958" y="664800"/>
          <a:ext cx="800437" cy="294534"/>
        </a:xfrm>
        <a:custGeom>
          <a:avLst/>
          <a:gdLst/>
          <a:ahLst/>
          <a:cxnLst/>
          <a:rect l="0" t="0" r="0" b="0"/>
          <a:pathLst>
            <a:path>
              <a:moveTo>
                <a:pt x="800437" y="0"/>
              </a:moveTo>
              <a:lnTo>
                <a:pt x="800437" y="155615"/>
              </a:lnTo>
              <a:lnTo>
                <a:pt x="0" y="155615"/>
              </a:lnTo>
              <a:lnTo>
                <a:pt x="0" y="294534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AFF9-000D-46A6-AE75-DFDD6F70EF92}">
      <dsp:nvSpPr>
        <dsp:cNvPr id="0" name=""/>
        <dsp:cNvSpPr/>
      </dsp:nvSpPr>
      <dsp:spPr>
        <a:xfrm>
          <a:off x="700364" y="664800"/>
          <a:ext cx="91440" cy="294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4534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807AEC-8879-4B70-9C27-812F1A73BE26}">
      <dsp:nvSpPr>
        <dsp:cNvPr id="0" name=""/>
        <dsp:cNvSpPr/>
      </dsp:nvSpPr>
      <dsp:spPr>
        <a:xfrm>
          <a:off x="84566" y="3282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One sample</a:t>
          </a:r>
        </a:p>
      </dsp:txBody>
      <dsp:txXfrm>
        <a:off x="84566" y="3282"/>
        <a:ext cx="1323036" cy="661518"/>
      </dsp:txXfrm>
    </dsp:sp>
    <dsp:sp modelId="{CA4AF363-8DC3-42AD-901F-0E1CA2DD5339}">
      <dsp:nvSpPr>
        <dsp:cNvPr id="0" name=""/>
        <dsp:cNvSpPr/>
      </dsp:nvSpPr>
      <dsp:spPr>
        <a:xfrm>
          <a:off x="84566" y="959334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One sample t-test</a:t>
          </a:r>
        </a:p>
      </dsp:txBody>
      <dsp:txXfrm>
        <a:off x="84566" y="959334"/>
        <a:ext cx="1323036" cy="661518"/>
      </dsp:txXfrm>
    </dsp:sp>
    <dsp:sp modelId="{DBA43750-5B18-4E7A-9385-6D70B708E40E}">
      <dsp:nvSpPr>
        <dsp:cNvPr id="0" name=""/>
        <dsp:cNvSpPr/>
      </dsp:nvSpPr>
      <dsp:spPr>
        <a:xfrm>
          <a:off x="2485877" y="3282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Two samples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(parametric)</a:t>
          </a:r>
        </a:p>
      </dsp:txBody>
      <dsp:txXfrm>
        <a:off x="2485877" y="3282"/>
        <a:ext cx="1323036" cy="661518"/>
      </dsp:txXfrm>
    </dsp:sp>
    <dsp:sp modelId="{720734BB-46B2-4EFC-B42C-382907169AF8}">
      <dsp:nvSpPr>
        <dsp:cNvPr id="0" name=""/>
        <dsp:cNvSpPr/>
      </dsp:nvSpPr>
      <dsp:spPr>
        <a:xfrm>
          <a:off x="1685440" y="959334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Independent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samples</a:t>
          </a:r>
        </a:p>
      </dsp:txBody>
      <dsp:txXfrm>
        <a:off x="1685440" y="959334"/>
        <a:ext cx="1323036" cy="661518"/>
      </dsp:txXfrm>
    </dsp:sp>
    <dsp:sp modelId="{17B23DB1-D674-4DF4-8581-711C11A60E7A}">
      <dsp:nvSpPr>
        <dsp:cNvPr id="0" name=""/>
        <dsp:cNvSpPr/>
      </dsp:nvSpPr>
      <dsp:spPr>
        <a:xfrm>
          <a:off x="2016199" y="1881993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Equal variances: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t-test for equal variances</a:t>
          </a:r>
        </a:p>
      </dsp:txBody>
      <dsp:txXfrm>
        <a:off x="2016199" y="1881993"/>
        <a:ext cx="1323036" cy="661518"/>
      </dsp:txXfrm>
    </dsp:sp>
    <dsp:sp modelId="{C26072CA-D062-4431-9F69-630FFE9F6F7E}">
      <dsp:nvSpPr>
        <dsp:cNvPr id="0" name=""/>
        <dsp:cNvSpPr/>
      </dsp:nvSpPr>
      <dsp:spPr>
        <a:xfrm>
          <a:off x="2016199" y="2821349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Unequal variances: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t-test for unequal variances</a:t>
          </a:r>
        </a:p>
      </dsp:txBody>
      <dsp:txXfrm>
        <a:off x="2016199" y="2821349"/>
        <a:ext cx="1323036" cy="661518"/>
      </dsp:txXfrm>
    </dsp:sp>
    <dsp:sp modelId="{AA712F1B-5F49-4B09-9479-724FF7AAE546}">
      <dsp:nvSpPr>
        <dsp:cNvPr id="0" name=""/>
        <dsp:cNvSpPr/>
      </dsp:nvSpPr>
      <dsp:spPr>
        <a:xfrm>
          <a:off x="3286314" y="959334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Dependent samples</a:t>
          </a:r>
        </a:p>
      </dsp:txBody>
      <dsp:txXfrm>
        <a:off x="3286314" y="959334"/>
        <a:ext cx="1323036" cy="661518"/>
      </dsp:txXfrm>
    </dsp:sp>
    <dsp:sp modelId="{96259685-A807-4B90-8EF1-EC1E4145727B}">
      <dsp:nvSpPr>
        <dsp:cNvPr id="0" name=""/>
        <dsp:cNvSpPr/>
      </dsp:nvSpPr>
      <dsp:spPr>
        <a:xfrm>
          <a:off x="3617073" y="1881993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Paired samples t-test</a:t>
          </a:r>
        </a:p>
      </dsp:txBody>
      <dsp:txXfrm>
        <a:off x="3617073" y="1881993"/>
        <a:ext cx="1323036" cy="661518"/>
      </dsp:txXfrm>
    </dsp:sp>
    <dsp:sp modelId="{34CFDBA4-7FA5-4A72-83C1-13B27BAB3139}">
      <dsp:nvSpPr>
        <dsp:cNvPr id="0" name=""/>
        <dsp:cNvSpPr/>
      </dsp:nvSpPr>
      <dsp:spPr>
        <a:xfrm>
          <a:off x="5217947" y="3282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Two samples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(non-parametric)</a:t>
          </a:r>
        </a:p>
      </dsp:txBody>
      <dsp:txXfrm>
        <a:off x="5217947" y="3282"/>
        <a:ext cx="1323036" cy="661518"/>
      </dsp:txXfrm>
    </dsp:sp>
    <dsp:sp modelId="{0FB28142-ED1B-4DEE-B0D0-338394621EDA}">
      <dsp:nvSpPr>
        <dsp:cNvPr id="0" name=""/>
        <dsp:cNvSpPr/>
      </dsp:nvSpPr>
      <dsp:spPr>
        <a:xfrm>
          <a:off x="5217947" y="942637"/>
          <a:ext cx="1323036" cy="165517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Wilcoxon test </a:t>
          </a:r>
          <a:b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endParaRPr lang="en-GB" sz="12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2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Mann-Whitney-U-Test</a:t>
          </a:r>
          <a:b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(ordinal scaled)</a:t>
          </a:r>
        </a:p>
      </dsp:txBody>
      <dsp:txXfrm>
        <a:off x="5217947" y="942637"/>
        <a:ext cx="1323036" cy="1655178"/>
      </dsp:txXfrm>
    </dsp:sp>
    <dsp:sp modelId="{3C8333EC-2AEE-48DA-912D-6E3639D943A9}">
      <dsp:nvSpPr>
        <dsp:cNvPr id="0" name=""/>
        <dsp:cNvSpPr/>
      </dsp:nvSpPr>
      <dsp:spPr>
        <a:xfrm>
          <a:off x="6818822" y="3282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More than two samples</a:t>
          </a:r>
        </a:p>
      </dsp:txBody>
      <dsp:txXfrm>
        <a:off x="6818822" y="3282"/>
        <a:ext cx="1323036" cy="661518"/>
      </dsp:txXfrm>
    </dsp:sp>
    <dsp:sp modelId="{B4E26870-6497-4B9C-835A-AB7D9D50A7E9}">
      <dsp:nvSpPr>
        <dsp:cNvPr id="0" name=""/>
        <dsp:cNvSpPr/>
      </dsp:nvSpPr>
      <dsp:spPr>
        <a:xfrm>
          <a:off x="6818822" y="942637"/>
          <a:ext cx="1323036" cy="661518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ANOVA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(Analysis Of Variances)</a:t>
          </a:r>
        </a:p>
      </dsp:txBody>
      <dsp:txXfrm>
        <a:off x="6818822" y="942637"/>
        <a:ext cx="1323036" cy="661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92C72-CA01-4D4C-B1C4-5066EC55DB8A}" type="datetimeFigureOut">
              <a:rPr lang="da-DK" smtClean="0"/>
              <a:t>17-05-2022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7638A-64AC-4946-94B4-39EF7D477E6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8651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1DC36-FCF6-4F65-A8BC-386231DA6558}" type="datetimeFigureOut">
              <a:rPr lang="da-DK" smtClean="0"/>
              <a:t>17-05-2022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BDDC2-5BFA-453C-A225-5004D8F0E7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68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4954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5396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98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5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6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0" name="Picture 9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3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w.it\Desktop\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06093" y="0"/>
            <a:ext cx="3837908" cy="34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1" name="Picture 10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aw.it\Desktop\CBS_NET_bold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97960" y="1"/>
            <a:ext cx="4646040" cy="397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1" name="Picture 10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2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" y="4443892"/>
            <a:ext cx="9144001" cy="526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20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1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4" name="Picture 13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2" y="4443892"/>
            <a:ext cx="9144001" cy="526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9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0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0" name="Picture 9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" y="4443892"/>
            <a:ext cx="9144001" cy="526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7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8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5" name="Picture 14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5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6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6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9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4808013" y="28479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370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20750" y="28479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08013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18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1073" y="1019176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</a:t>
            </a:r>
            <a:r>
              <a:rPr lang="da-DK" dirty="0" err="1"/>
              <a:t>add</a:t>
            </a:r>
            <a:r>
              <a:rPr lang="da-DK" dirty="0"/>
              <a:t> text – or click an icon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content</a:t>
            </a:r>
            <a:endParaRPr lang="da-DK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8" y="2847976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050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8" y="2847976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4804838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63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3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24274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DalgasHave-2590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2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1520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M0128_CBS_SolbjergPlads-2918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853743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w.it\Desktop\Picture10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‹Nr.›</a:t>
            </a:fld>
            <a:endParaRPr lang="en-US"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094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914402" y="304800"/>
            <a:ext cx="7313613" cy="45339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4323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2" y="304801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87181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722" r:id="rId4"/>
    <p:sldLayoutId id="2147483688" r:id="rId5"/>
    <p:sldLayoutId id="214748372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2" y="304801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1327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0" r:id="rId2"/>
    <p:sldLayoutId id="2147483708" r:id="rId3"/>
    <p:sldLayoutId id="2147483731" r:id="rId4"/>
    <p:sldLayoutId id="2147483732" r:id="rId5"/>
    <p:sldLayoutId id="214748373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jsu.edu/faculty/gerstman/StatPrimer/t-table.pdf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Spring 2019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Applied quantitative Methods for Non-quantitative doctoral researchers in organization and management studies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Session 04: hypothesis testing &amp; t-test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1EAE4A6-302F-A14F-A954-E370383EE272}"/>
              </a:ext>
            </a:extLst>
          </p:cNvPr>
          <p:cNvSpPr txBox="1">
            <a:spLocks/>
          </p:cNvSpPr>
          <p:nvPr/>
        </p:nvSpPr>
        <p:spPr>
          <a:xfrm>
            <a:off x="917575" y="2742880"/>
            <a:ext cx="7308850" cy="14642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kern="0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endParaRPr>
          </a:p>
          <a:p>
            <a:pPr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4967AA"/>
                </a:solidFill>
              </a:rPr>
              <a:t>Manuele</a:t>
            </a:r>
            <a:r>
              <a:rPr lang="en-GB" sz="1400" b="1" dirty="0">
                <a:solidFill>
                  <a:srgbClr val="4967AA"/>
                </a:solidFill>
              </a:rPr>
              <a:t> Citi</a:t>
            </a:r>
            <a:r>
              <a:rPr lang="en-GB" sz="1400" b="1" baseline="30000" dirty="0">
                <a:solidFill>
                  <a:srgbClr val="4967AA"/>
                </a:solidFill>
              </a:rPr>
              <a:t>1 </a:t>
            </a:r>
            <a:r>
              <a:rPr lang="en-GB" sz="1400" b="1" dirty="0">
                <a:solidFill>
                  <a:srgbClr val="4967AA"/>
                </a:solidFill>
              </a:rPr>
              <a:t>, </a:t>
            </a:r>
            <a:r>
              <a:rPr lang="en-GB" sz="1400" dirty="0">
                <a:solidFill>
                  <a:srgbClr val="4967AA"/>
                </a:solidFill>
              </a:rPr>
              <a:t>Jan Bauer</a:t>
            </a:r>
            <a:r>
              <a:rPr lang="en-GB" sz="1400" baseline="30000" dirty="0">
                <a:solidFill>
                  <a:srgbClr val="4967AA"/>
                </a:solidFill>
              </a:rPr>
              <a:t>1</a:t>
            </a:r>
            <a:r>
              <a:rPr lang="en-GB" sz="1400" dirty="0">
                <a:solidFill>
                  <a:srgbClr val="4967AA"/>
                </a:solidFill>
              </a:rPr>
              <a:t>, &amp; Charles Tackney</a:t>
            </a:r>
            <a:r>
              <a:rPr lang="en-GB" sz="1400" baseline="30000" dirty="0">
                <a:solidFill>
                  <a:srgbClr val="4967AA"/>
                </a:solidFill>
              </a:rPr>
              <a:t>1</a:t>
            </a:r>
          </a:p>
          <a:p>
            <a:pPr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aseline="30000" dirty="0">
              <a:solidFill>
                <a:srgbClr val="4967AA"/>
              </a:solidFill>
            </a:endParaRPr>
          </a:p>
          <a:p>
            <a:pPr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aseline="30000" dirty="0">
              <a:solidFill>
                <a:srgbClr val="4967AA"/>
              </a:solidFill>
            </a:endParaRPr>
          </a:p>
          <a:p>
            <a:pPr defTabSz="457200" fontAlgn="base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aseline="30000" dirty="0">
                <a:solidFill>
                  <a:srgbClr val="4967AA"/>
                </a:solidFill>
              </a:rPr>
              <a:t>1 </a:t>
            </a:r>
            <a:r>
              <a:rPr lang="en-GB" sz="1200" dirty="0">
                <a:solidFill>
                  <a:srgbClr val="4967AA"/>
                </a:solidFill>
              </a:rPr>
              <a:t>Department of Management, Society &amp; Communication</a:t>
            </a:r>
          </a:p>
          <a:p>
            <a:pPr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dirty="0">
              <a:solidFill>
                <a:srgbClr val="4967AA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460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Content Placeholder 1"/>
          <p:cNvSpPr>
            <a:spLocks noGrp="1"/>
          </p:cNvSpPr>
          <p:nvPr>
            <p:ph idx="4294967295"/>
          </p:nvPr>
        </p:nvSpPr>
        <p:spPr>
          <a:xfrm>
            <a:off x="536576" y="2457450"/>
            <a:ext cx="8226425" cy="22860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da-DK" sz="4000" b="1" dirty="0" err="1">
                <a:solidFill>
                  <a:schemeClr val="tx2">
                    <a:lumMod val="50000"/>
                  </a:schemeClr>
                </a:solidFill>
              </a:rPr>
              <a:t>Hypothesis</a:t>
            </a:r>
            <a:r>
              <a:rPr lang="da-DK" sz="40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da-DK" sz="4000" b="1" dirty="0" err="1">
                <a:solidFill>
                  <a:schemeClr val="tx2">
                    <a:lumMod val="50000"/>
                  </a:schemeClr>
                </a:solidFill>
              </a:rPr>
              <a:t>testing</a:t>
            </a:r>
            <a:endParaRPr lang="da-DK" sz="40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3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Hypothesis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917575" y="839212"/>
            <a:ext cx="731043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inferential stats, you always have at least two hypothesis</a:t>
            </a:r>
          </a:p>
          <a:p>
            <a:pPr lvl="1"/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that describes the ‘no-effect’ hypothesis </a:t>
            </a:r>
          </a:p>
          <a:p>
            <a:pPr lvl="1"/>
            <a:r>
              <a:rPr lang="en-GB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 null hypothesis</a:t>
            </a:r>
          </a:p>
          <a:p>
            <a:pPr lvl="1"/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that describes the effect you are testing</a:t>
            </a:r>
            <a:b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 alternative hypothesis</a:t>
            </a:r>
            <a:endParaRPr lang="en-GB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9725" lvl="1" indent="-339725">
              <a:buSzPct val="95000"/>
              <a:buFont typeface="Arial" charset="0"/>
              <a:buChar char="•"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assume that marital status is related to life satisfaction</a:t>
            </a:r>
          </a:p>
          <a:p>
            <a:pPr marL="742950" lvl="2" indent="-339725">
              <a:buSzPct val="95000"/>
              <a:buFont typeface="Symbol" pitchFamily="18" charset="2"/>
              <a:buChar char="-"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would the alternative hypothesis (your hypothesis) look like?</a:t>
            </a:r>
          </a:p>
          <a:p>
            <a:pPr marL="1203325" lvl="3" indent="-342900">
              <a:buSzPct val="95000"/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000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marital status has an effect on life satisfaction.</a:t>
            </a:r>
          </a:p>
          <a:p>
            <a:pPr marL="742950" lvl="2" indent="-339725">
              <a:buSzPct val="95000"/>
              <a:buFont typeface="Symbol" pitchFamily="18" charset="2"/>
              <a:buChar char="-"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 null hypothesis look like?</a:t>
            </a:r>
          </a:p>
          <a:p>
            <a:pPr marL="1203325" lvl="3" indent="-342900">
              <a:buSzPct val="95000"/>
              <a:buFont typeface="Wingdings" pitchFamily="2" charset="2"/>
              <a:buChar char="Ø"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000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marital status has no effect on life satisfaction</a:t>
            </a:r>
          </a:p>
          <a:p>
            <a:endParaRPr lang="en-GB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6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Hypothesis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en-GB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600200"/>
            <a:ext cx="8382000" cy="1471613"/>
          </a:xfrm>
          <a:prstGeom prst="rect">
            <a:avLst/>
          </a:prstGeom>
          <a:noFill/>
          <a:ln/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Null Hypothesis H</a:t>
            </a:r>
            <a:r>
              <a:rPr lang="en-US" sz="3200" b="1" baseline="-25000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  <a:p>
            <a:pPr lvl="1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The assumption you are beginning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with</a:t>
            </a:r>
          </a:p>
          <a:p>
            <a:pPr lvl="1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The opposite of what you are testing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1543050"/>
            <a:ext cx="2362200" cy="152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036844" y="3515209"/>
            <a:ext cx="3570272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buSzTx/>
              <a:buNone/>
            </a:pP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H</a:t>
            </a:r>
            <a:r>
              <a:rPr lang="en-US" sz="3200" b="1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800100" lvl="1" indent="-342900" algn="r">
              <a:buFont typeface="Arial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claim you are testing</a:t>
            </a:r>
          </a:p>
          <a:p>
            <a:pPr algn="r"/>
            <a:endParaRPr lang="en-US" sz="18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39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Hypothesis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en-GB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/>
          <a:srcRect l="147" t="11814" r="51304" b="21601"/>
          <a:stretch/>
        </p:blipFill>
        <p:spPr bwMode="auto">
          <a:xfrm>
            <a:off x="6020586" y="1437264"/>
            <a:ext cx="2818615" cy="142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AutoShape 69"/>
          <p:cNvSpPr>
            <a:spLocks noChangeArrowheads="1"/>
          </p:cNvSpPr>
          <p:nvPr/>
        </p:nvSpPr>
        <p:spPr bwMode="auto">
          <a:xfrm>
            <a:off x="428625" y="3829050"/>
            <a:ext cx="2819400" cy="1143000"/>
          </a:xfrm>
          <a:prstGeom prst="roundRect">
            <a:avLst>
              <a:gd name="adj" fmla="val 16667"/>
            </a:avLst>
          </a:prstGeom>
          <a:solidFill>
            <a:srgbClr val="4967AA"/>
          </a:solidFill>
          <a:ln w="50800">
            <a:solidFill>
              <a:srgbClr val="4967AA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688484" y="1143000"/>
            <a:ext cx="1508427" cy="39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909523"/>
            <a:ext cx="3810000" cy="175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Claim: </a:t>
            </a:r>
          </a:p>
          <a:p>
            <a:pPr algn="ctr" eaLnBrk="0" hangingPunct="0"/>
            <a:r>
              <a:rPr lang="en-US" sz="2000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have </a:t>
            </a:r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higher BMI than women</a:t>
            </a:r>
            <a:endParaRPr lang="en-US" sz="2000" baseline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Hypotheses: </a:t>
            </a:r>
            <a:b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600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BMI</a:t>
            </a:r>
            <a:r>
              <a:rPr lang="en-US" sz="1600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men</a:t>
            </a:r>
            <a:r>
              <a:rPr lang="en-US" sz="1600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sz="1600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women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600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BMI</a:t>
            </a:r>
            <a:r>
              <a:rPr lang="en-US" sz="1600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men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&lt;=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sz="1600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women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7620001" y="2914649"/>
            <a:ext cx="438149" cy="663179"/>
          </a:xfrm>
          <a:custGeom>
            <a:avLst/>
            <a:gdLst/>
            <a:ahLst/>
            <a:cxnLst>
              <a:cxn ang="0">
                <a:pos x="107" y="0"/>
              </a:cxn>
              <a:cxn ang="0">
                <a:pos x="320" y="0"/>
              </a:cxn>
              <a:cxn ang="0">
                <a:pos x="320" y="335"/>
              </a:cxn>
              <a:cxn ang="0">
                <a:pos x="426" y="335"/>
              </a:cxn>
              <a:cxn ang="0">
                <a:pos x="214" y="443"/>
              </a:cxn>
              <a:cxn ang="0">
                <a:pos x="0" y="335"/>
              </a:cxn>
              <a:cxn ang="0">
                <a:pos x="107" y="335"/>
              </a:cxn>
              <a:cxn ang="0">
                <a:pos x="107" y="0"/>
              </a:cxn>
            </a:cxnLst>
            <a:rect l="0" t="0" r="r" b="b"/>
            <a:pathLst>
              <a:path w="427" h="444">
                <a:moveTo>
                  <a:pt x="107" y="0"/>
                </a:moveTo>
                <a:lnTo>
                  <a:pt x="320" y="0"/>
                </a:lnTo>
                <a:lnTo>
                  <a:pt x="320" y="335"/>
                </a:lnTo>
                <a:lnTo>
                  <a:pt x="426" y="335"/>
                </a:lnTo>
                <a:lnTo>
                  <a:pt x="214" y="443"/>
                </a:lnTo>
                <a:lnTo>
                  <a:pt x="0" y="335"/>
                </a:lnTo>
                <a:lnTo>
                  <a:pt x="107" y="335"/>
                </a:lnTo>
                <a:lnTo>
                  <a:pt x="107" y="0"/>
                </a:lnTo>
              </a:path>
            </a:pathLst>
          </a:custGeom>
          <a:solidFill>
            <a:srgbClr val="4967AA"/>
          </a:solidFill>
          <a:ln w="12700" cap="rnd" cmpd="sng">
            <a:solidFill>
              <a:srgbClr val="4967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2653491">
            <a:off x="3450757" y="3854525"/>
            <a:ext cx="914400" cy="515541"/>
          </a:xfrm>
          <a:custGeom>
            <a:avLst/>
            <a:gdLst/>
            <a:ahLst/>
            <a:cxnLst>
              <a:cxn ang="0">
                <a:pos x="575" y="324"/>
              </a:cxn>
              <a:cxn ang="0">
                <a:pos x="107" y="324"/>
              </a:cxn>
              <a:cxn ang="0">
                <a:pos x="107" y="432"/>
              </a:cxn>
              <a:cxn ang="0">
                <a:pos x="0" y="215"/>
              </a:cxn>
              <a:cxn ang="0">
                <a:pos x="107" y="0"/>
              </a:cxn>
              <a:cxn ang="0">
                <a:pos x="107" y="107"/>
              </a:cxn>
              <a:cxn ang="0">
                <a:pos x="575" y="107"/>
              </a:cxn>
            </a:cxnLst>
            <a:rect l="0" t="0" r="r" b="b"/>
            <a:pathLst>
              <a:path w="576" h="433">
                <a:moveTo>
                  <a:pt x="575" y="324"/>
                </a:moveTo>
                <a:lnTo>
                  <a:pt x="107" y="324"/>
                </a:lnTo>
                <a:lnTo>
                  <a:pt x="107" y="432"/>
                </a:lnTo>
                <a:lnTo>
                  <a:pt x="0" y="215"/>
                </a:lnTo>
                <a:lnTo>
                  <a:pt x="107" y="0"/>
                </a:lnTo>
                <a:lnTo>
                  <a:pt x="107" y="107"/>
                </a:lnTo>
                <a:lnTo>
                  <a:pt x="575" y="107"/>
                </a:lnTo>
              </a:path>
            </a:pathLst>
          </a:custGeom>
          <a:solidFill>
            <a:srgbClr val="4967AA"/>
          </a:solidFill>
          <a:ln w="12700" cap="rnd" cmpd="sng">
            <a:solidFill>
              <a:srgbClr val="4967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861038" y="4227675"/>
            <a:ext cx="1929787" cy="39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reject</a:t>
            </a: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6096000" y="4056459"/>
            <a:ext cx="969962" cy="458391"/>
          </a:xfrm>
          <a:custGeom>
            <a:avLst/>
            <a:gdLst/>
            <a:ahLst/>
            <a:cxnLst>
              <a:cxn ang="0">
                <a:pos x="335" y="288"/>
              </a:cxn>
              <a:cxn ang="0">
                <a:pos x="63" y="288"/>
              </a:cxn>
              <a:cxn ang="0">
                <a:pos x="63" y="384"/>
              </a:cxn>
              <a:cxn ang="0">
                <a:pos x="0" y="191"/>
              </a:cxn>
              <a:cxn ang="0">
                <a:pos x="63" y="0"/>
              </a:cxn>
              <a:cxn ang="0">
                <a:pos x="63" y="95"/>
              </a:cxn>
              <a:cxn ang="0">
                <a:pos x="335" y="95"/>
              </a:cxn>
            </a:cxnLst>
            <a:rect l="0" t="0" r="r" b="b"/>
            <a:pathLst>
              <a:path w="336" h="385">
                <a:moveTo>
                  <a:pt x="335" y="288"/>
                </a:moveTo>
                <a:lnTo>
                  <a:pt x="63" y="288"/>
                </a:lnTo>
                <a:lnTo>
                  <a:pt x="63" y="384"/>
                </a:lnTo>
                <a:lnTo>
                  <a:pt x="0" y="191"/>
                </a:lnTo>
                <a:lnTo>
                  <a:pt x="63" y="0"/>
                </a:lnTo>
                <a:lnTo>
                  <a:pt x="63" y="95"/>
                </a:lnTo>
                <a:lnTo>
                  <a:pt x="335" y="95"/>
                </a:lnTo>
              </a:path>
            </a:pathLst>
          </a:custGeom>
          <a:solidFill>
            <a:srgbClr val="4967AA"/>
          </a:solidFill>
          <a:ln w="12700" cap="rnd" cmpd="sng">
            <a:solidFill>
              <a:srgbClr val="4967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3"/>
          <p:cNvSpPr>
            <a:spLocks/>
          </p:cNvSpPr>
          <p:nvPr/>
        </p:nvSpPr>
        <p:spPr bwMode="auto">
          <a:xfrm>
            <a:off x="4206876" y="1941909"/>
            <a:ext cx="1279525" cy="515541"/>
          </a:xfrm>
          <a:custGeom>
            <a:avLst/>
            <a:gdLst/>
            <a:ahLst/>
            <a:cxnLst>
              <a:cxn ang="0">
                <a:pos x="0" y="107"/>
              </a:cxn>
              <a:cxn ang="0">
                <a:pos x="467" y="107"/>
              </a:cxn>
              <a:cxn ang="0">
                <a:pos x="467" y="0"/>
              </a:cxn>
              <a:cxn ang="0">
                <a:pos x="576" y="217"/>
              </a:cxn>
              <a:cxn ang="0">
                <a:pos x="467" y="432"/>
              </a:cxn>
              <a:cxn ang="0">
                <a:pos x="467" y="324"/>
              </a:cxn>
              <a:cxn ang="0">
                <a:pos x="0" y="324"/>
              </a:cxn>
            </a:cxnLst>
            <a:rect l="0" t="0" r="r" b="b"/>
            <a:pathLst>
              <a:path w="577" h="433">
                <a:moveTo>
                  <a:pt x="0" y="107"/>
                </a:moveTo>
                <a:lnTo>
                  <a:pt x="467" y="107"/>
                </a:lnTo>
                <a:lnTo>
                  <a:pt x="467" y="0"/>
                </a:lnTo>
                <a:lnTo>
                  <a:pt x="576" y="217"/>
                </a:lnTo>
                <a:lnTo>
                  <a:pt x="467" y="432"/>
                </a:lnTo>
                <a:lnTo>
                  <a:pt x="467" y="324"/>
                </a:lnTo>
                <a:lnTo>
                  <a:pt x="0" y="324"/>
                </a:lnTo>
              </a:path>
            </a:pathLst>
          </a:custGeom>
          <a:solidFill>
            <a:srgbClr val="4967AA"/>
          </a:solidFill>
          <a:ln w="12700" cap="rnd" cmpd="sng">
            <a:solidFill>
              <a:srgbClr val="4967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2116138" y="3508773"/>
            <a:ext cx="184150" cy="69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2759075" y="3584973"/>
            <a:ext cx="184150" cy="69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a-DK" sz="160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4229100" y="3714750"/>
            <a:ext cx="1904368" cy="39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sample: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4236000" y="4165409"/>
            <a:ext cx="1736053" cy="582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BMI</a:t>
            </a:r>
            <a:r>
              <a:rPr lang="en-US" sz="1600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men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= 25.96</a:t>
            </a:r>
          </a:p>
          <a:p>
            <a:pPr algn="ctr"/>
            <a:r>
              <a:rPr lang="en-US" sz="16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sz="1600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women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24.65</a:t>
            </a:r>
          </a:p>
        </p:txBody>
      </p:sp>
      <p:sp>
        <p:nvSpPr>
          <p:cNvPr id="21" name="Rectangle 50"/>
          <p:cNvSpPr>
            <a:spLocks noChangeArrowheads="1"/>
          </p:cNvSpPr>
          <p:nvPr/>
        </p:nvSpPr>
        <p:spPr bwMode="auto">
          <a:xfrm>
            <a:off x="7391401" y="4513425"/>
            <a:ext cx="1094853" cy="39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22" name="Rectangle 51"/>
          <p:cNvSpPr>
            <a:spLocks noChangeArrowheads="1"/>
          </p:cNvSpPr>
          <p:nvPr/>
        </p:nvSpPr>
        <p:spPr bwMode="auto">
          <a:xfrm>
            <a:off x="733425" y="4566047"/>
            <a:ext cx="2120774" cy="39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 Hypothesis</a:t>
            </a:r>
          </a:p>
        </p:txBody>
      </p:sp>
      <p:sp>
        <p:nvSpPr>
          <p:cNvPr id="23" name="Rectangle 61"/>
          <p:cNvSpPr>
            <a:spLocks noChangeArrowheads="1"/>
          </p:cNvSpPr>
          <p:nvPr/>
        </p:nvSpPr>
        <p:spPr bwMode="auto">
          <a:xfrm>
            <a:off x="962026" y="3886200"/>
            <a:ext cx="2219325" cy="397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not likely, </a:t>
            </a:r>
          </a:p>
        </p:txBody>
      </p:sp>
      <p:sp>
        <p:nvSpPr>
          <p:cNvPr id="25" name="Line 68"/>
          <p:cNvSpPr>
            <a:spLocks noChangeShapeType="1"/>
          </p:cNvSpPr>
          <p:nvPr/>
        </p:nvSpPr>
        <p:spPr bwMode="auto">
          <a:xfrm>
            <a:off x="0" y="2886075"/>
            <a:ext cx="4648200" cy="0"/>
          </a:xfrm>
          <a:prstGeom prst="line">
            <a:avLst/>
          </a:prstGeom>
          <a:noFill/>
          <a:ln w="28575">
            <a:solidFill>
              <a:schemeClr val="accent6">
                <a:lumMod val="50000"/>
              </a:schemeClr>
            </a:solidFill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a-DK" sz="16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lide Number Placeholder 4"/>
          <p:cNvSpPr txBox="1">
            <a:spLocks/>
          </p:cNvSpPr>
          <p:nvPr/>
        </p:nvSpPr>
        <p:spPr>
          <a:xfrm>
            <a:off x="8610600" y="4800600"/>
            <a:ext cx="533400" cy="3429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475C78-DBBB-4F85-83B2-4C4686C7ED20}" type="slidenum">
              <a:rPr kumimoji="0" lang="da-DK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a-DK" sz="2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2"/>
          <a:srcRect l="80952" t="43379" r="2002" b="25341"/>
          <a:stretch/>
        </p:blipFill>
        <p:spPr bwMode="auto">
          <a:xfrm>
            <a:off x="7391400" y="3675217"/>
            <a:ext cx="1101364" cy="745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128587" y="3112476"/>
            <a:ext cx="4343401" cy="64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Is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BMI</a:t>
            </a:r>
            <a:r>
              <a:rPr lang="en-US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men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= 25.96 likely to be the same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baseline="-25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women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24.65 in the population?</a:t>
            </a:r>
          </a:p>
        </p:txBody>
      </p:sp>
    </p:spTree>
    <p:extLst>
      <p:ext uri="{BB962C8B-B14F-4D97-AF65-F5344CB8AC3E}">
        <p14:creationId xmlns:p14="http://schemas.microsoft.com/office/powerpoint/2010/main" val="318621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Content Placeholder 1"/>
          <p:cNvSpPr>
            <a:spLocks noGrp="1"/>
          </p:cNvSpPr>
          <p:nvPr>
            <p:ph idx="4294967295"/>
          </p:nvPr>
        </p:nvSpPr>
        <p:spPr>
          <a:xfrm>
            <a:off x="536576" y="2095500"/>
            <a:ext cx="8226425" cy="22860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da-DK" sz="4000" b="1" dirty="0" err="1">
                <a:solidFill>
                  <a:schemeClr val="tx2">
                    <a:lumMod val="50000"/>
                  </a:schemeClr>
                </a:solidFill>
              </a:rPr>
              <a:t>Testing</a:t>
            </a:r>
            <a:r>
              <a:rPr lang="da-DK" sz="4000" b="1" dirty="0">
                <a:solidFill>
                  <a:schemeClr val="tx2">
                    <a:lumMod val="50000"/>
                  </a:schemeClr>
                </a:solidFill>
              </a:rPr>
              <a:t> differences </a:t>
            </a:r>
          </a:p>
          <a:p>
            <a:pPr algn="ctr">
              <a:buNone/>
            </a:pPr>
            <a:r>
              <a:rPr lang="da-DK" sz="4000" b="1" dirty="0" err="1">
                <a:solidFill>
                  <a:schemeClr val="tx2">
                    <a:lumMod val="50000"/>
                  </a:schemeClr>
                </a:solidFill>
              </a:rPr>
              <a:t>between</a:t>
            </a:r>
            <a:r>
              <a:rPr lang="da-DK" sz="40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da-DK" sz="4000" b="1" dirty="0" err="1">
                <a:solidFill>
                  <a:schemeClr val="tx2">
                    <a:lumMod val="50000"/>
                  </a:schemeClr>
                </a:solidFill>
              </a:rPr>
              <a:t>groups</a:t>
            </a:r>
            <a:endParaRPr lang="da-DK" sz="40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7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6" y="1410890"/>
            <a:ext cx="3810000" cy="2721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sp>
        <p:nvSpPr>
          <p:cNvPr id="5" name="Content Placeholder 1"/>
          <p:cNvSpPr>
            <a:spLocks noGrp="1"/>
          </p:cNvSpPr>
          <p:nvPr>
            <p:ph idx="4294967295"/>
          </p:nvPr>
        </p:nvSpPr>
        <p:spPr>
          <a:xfrm>
            <a:off x="917575" y="1257300"/>
            <a:ext cx="7845426" cy="36576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Is the BMI of couch potatoes </a:t>
            </a:r>
            <a:br>
              <a:rPr lang="en-GB" sz="2400" dirty="0"/>
            </a:br>
            <a:r>
              <a:rPr lang="en-GB" sz="2400" dirty="0"/>
              <a:t>different from the BMI of </a:t>
            </a:r>
            <a:br>
              <a:rPr lang="en-GB" sz="2400" dirty="0"/>
            </a:br>
            <a:r>
              <a:rPr lang="en-GB" sz="2400" dirty="0"/>
              <a:t>fitness freaks?</a:t>
            </a:r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2771774"/>
            <a:ext cx="38100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18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4" y="1125141"/>
            <a:ext cx="2876551" cy="2054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674" y="3151502"/>
            <a:ext cx="2301874" cy="1294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7575" y="954861"/>
            <a:ext cx="73104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might be able to define a hypothesis more precisely</a:t>
            </a: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Assumption: 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fitness freaks have a lower weight than 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couch potatoes: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H1: The fitness freaks have a lower BMI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the couch potatoes (BMI</a:t>
            </a:r>
            <a:r>
              <a:rPr lang="en-US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BMI</a:t>
            </a:r>
            <a:r>
              <a:rPr lang="en-US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null hypothesis?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H0: The fitness freaks have a higher or equal BMI compared to the couch potatoes (BMI</a:t>
            </a:r>
            <a:r>
              <a:rPr lang="en-US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≥ BMI</a:t>
            </a:r>
            <a:r>
              <a:rPr lang="en-US" baseline="-25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call this type of hypotheses?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One-tailed hypothesis</a:t>
            </a:r>
          </a:p>
        </p:txBody>
      </p:sp>
    </p:spTree>
    <p:extLst>
      <p:ext uri="{BB962C8B-B14F-4D97-AF65-F5344CB8AC3E}">
        <p14:creationId xmlns:p14="http://schemas.microsoft.com/office/powerpoint/2010/main" val="259430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828674" y="1316832"/>
            <a:ext cx="8086725" cy="3436144"/>
          </a:xfrm>
          <a:prstGeom prst="rect">
            <a:avLst/>
          </a:prstGeom>
          <a:noFill/>
          <a:ln/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Non-directional, two-tail test:</a:t>
            </a:r>
          </a:p>
          <a:p>
            <a:pPr marL="457200" lvl="1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H</a:t>
            </a:r>
            <a:r>
              <a:rPr lang="en-US" sz="2400" baseline="-250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: mean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= mean j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Directional, right-tail test:</a:t>
            </a:r>
          </a:p>
          <a:p>
            <a:pPr marL="457200" lvl="1" indent="0" algn="ctr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H</a:t>
            </a:r>
            <a:r>
              <a:rPr lang="en-US" sz="2400" baseline="-250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: mean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ymbol" pitchFamily="18" charset="2"/>
              </a:rPr>
              <a:t>£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mean j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Directional, left-tail test:</a:t>
            </a:r>
          </a:p>
          <a:p>
            <a:pPr marL="457200" lvl="1" indent="0" algn="ctr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H</a:t>
            </a:r>
            <a:r>
              <a:rPr lang="en-US" sz="2400" baseline="-250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: mean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ymbol" pitchFamily="18" charset="2"/>
              </a:rPr>
              <a:t>³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mean j</a:t>
            </a:r>
          </a:p>
          <a:p>
            <a:pPr lvl="2">
              <a:buFontTx/>
              <a:buNone/>
            </a:pP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buFont typeface="Monotype Sorts" pitchFamily="2" charset="2"/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We hypothesize that there is a difference in the population  </a:t>
            </a:r>
          </a:p>
          <a:p>
            <a:pPr algn="ctr">
              <a:buFont typeface="Monotype Sorts" pitchFamily="2" charset="2"/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tx2">
                    <a:lumMod val="75000"/>
                  </a:schemeClr>
                </a:solidFill>
              </a:rPr>
              <a:t>0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always gets “=“!</a:t>
            </a:r>
          </a:p>
        </p:txBody>
      </p:sp>
    </p:spTree>
    <p:extLst>
      <p:ext uri="{BB962C8B-B14F-4D97-AF65-F5344CB8AC3E}">
        <p14:creationId xmlns:p14="http://schemas.microsoft.com/office/powerpoint/2010/main" val="273538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917575" y="1012032"/>
            <a:ext cx="7310438" cy="3436144"/>
          </a:xfrm>
          <a:prstGeom prst="rect">
            <a:avLst/>
          </a:prstGeom>
          <a:noFill/>
          <a:ln/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Main idea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If prediction is supported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sym typeface="Symbol"/>
              </a:rPr>
              <a:t>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reject null hypothesis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If predictions is </a:t>
            </a:r>
            <a:r>
              <a:rPr lang="en-US" u="sng" dirty="0">
                <a:solidFill>
                  <a:schemeClr val="tx2">
                    <a:lumMod val="75000"/>
                  </a:schemeClr>
                </a:solidFill>
              </a:rPr>
              <a:t>not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supported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sym typeface="Symbol"/>
              </a:rPr>
              <a:t>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accept the null hypothesis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Two basic principles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Formulation of two exclusive statements that together exhaust all possible outcomes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It is not possible to directly </a:t>
            </a:r>
            <a:r>
              <a:rPr lang="en-US" u="sng" dirty="0">
                <a:solidFill>
                  <a:schemeClr val="tx2">
                    <a:lumMod val="75000"/>
                  </a:schemeClr>
                </a:solidFill>
              </a:rPr>
              <a:t>verify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the </a:t>
            </a:r>
            <a:r>
              <a:rPr lang="en-US" dirty="0">
                <a:solidFill>
                  <a:srgbClr val="C00000"/>
                </a:solidFill>
              </a:rPr>
              <a:t>alternative hypothesis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. We are able to verify the ‘effect’ of H1 only when the effect is sufficiently strong to be significantly different from H0  – that’s why we take the loop via the </a:t>
            </a:r>
            <a:r>
              <a:rPr lang="en-US" dirty="0">
                <a:solidFill>
                  <a:srgbClr val="C00000"/>
                </a:solidFill>
              </a:rPr>
              <a:t>null hypothesis</a:t>
            </a:r>
          </a:p>
        </p:txBody>
      </p:sp>
    </p:spTree>
    <p:extLst>
      <p:ext uri="{BB962C8B-B14F-4D97-AF65-F5344CB8AC3E}">
        <p14:creationId xmlns:p14="http://schemas.microsoft.com/office/powerpoint/2010/main" val="246253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graphicFrame>
        <p:nvGraphicFramePr>
          <p:cNvPr id="4" name="Group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3986795"/>
              </p:ext>
            </p:extLst>
          </p:nvPr>
        </p:nvGraphicFramePr>
        <p:xfrm>
          <a:off x="457200" y="938976"/>
          <a:ext cx="8229600" cy="361516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7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Independent Samples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Related Samples</a:t>
                      </a: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also called dependent means test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7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metric/ parametric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Independent samples t-test*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Paired samples t-test**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87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Ordinal/ non-parametric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Mann-Whitney U-Test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(e.g. are test scores different across two math courses at CBS?)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Wilcoxon test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charset="-122"/>
                        </a:rPr>
                        <a:t>(e.g. </a:t>
                      </a: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SourceSansPro"/>
                          <a:ea typeface="宋体" charset="-122"/>
                        </a:rPr>
                        <a:t>a</a:t>
                      </a:r>
                      <a:r>
                        <a:rPr lang="en-GB" sz="1600" b="0" i="0" dirty="0">
                          <a:solidFill>
                            <a:srgbClr val="111111"/>
                          </a:solidFill>
                          <a:effectLst/>
                          <a:latin typeface="SourceSansPro"/>
                        </a:rPr>
                        <a:t>re test scores different from 5th grade to 6th grade for the same students?)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827088" y="4554142"/>
            <a:ext cx="8208962" cy="553998"/>
          </a:xfrm>
          <a:prstGeom prst="rect">
            <a:avLst/>
          </a:prstGeom>
          <a:solidFill>
            <a:schemeClr val="bg1"/>
          </a:solidFill>
          <a:ln w="158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tabLst>
                <a:tab pos="361950" algn="l"/>
              </a:tabLst>
            </a:pPr>
            <a:r>
              <a:rPr lang="en-GB" altLang="zh-CN" sz="1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* 	2 experimental conditions and different participants were assigned to each condition </a:t>
            </a:r>
          </a:p>
          <a:p>
            <a:pPr algn="l">
              <a:spcBef>
                <a:spcPct val="50000"/>
              </a:spcBef>
              <a:tabLst>
                <a:tab pos="361950" algn="l"/>
              </a:tabLst>
            </a:pPr>
            <a:r>
              <a:rPr lang="en-GB" altLang="zh-CN" sz="1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** 	2 experimental conditions and the same participants took part in both conditions of the experiments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520719"/>
            <a:ext cx="1119716" cy="62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284" y="2520719"/>
            <a:ext cx="1119716" cy="62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520719"/>
            <a:ext cx="1119716" cy="62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000" y="2545722"/>
            <a:ext cx="770000" cy="55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6728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04" y="1657350"/>
            <a:ext cx="3172906" cy="1784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62" y="1291226"/>
            <a:ext cx="2143125" cy="21431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sp>
        <p:nvSpPr>
          <p:cNvPr id="5" name="Inhaltsplatzhalter 1"/>
          <p:cNvSpPr txBox="1">
            <a:spLocks/>
          </p:cNvSpPr>
          <p:nvPr/>
        </p:nvSpPr>
        <p:spPr bwMode="auto">
          <a:xfrm>
            <a:off x="917575" y="964386"/>
            <a:ext cx="784225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Arial" charset="0"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More than 2</a:t>
            </a:r>
            <a:r>
              <a:rPr kumimoji="0" lang="en-GB" sz="2800" b="0" i="0" u="none" strike="noStrike" kern="0" cap="none" spc="0" normalizeH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samples: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3387328"/>
            <a:ext cx="2383333" cy="1702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1" descr="Fortune Teller 0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716464" y="3515313"/>
            <a:ext cx="1544637" cy="1600200"/>
          </a:xfrm>
          <a:prstGeom prst="rect">
            <a:avLst/>
          </a:prstGeom>
          <a:noFill/>
          <a:ln/>
        </p:spPr>
      </p:pic>
      <p:sp>
        <p:nvSpPr>
          <p:cNvPr id="4" name="AutoShape 12"/>
          <p:cNvSpPr>
            <a:spLocks noChangeArrowheads="1"/>
          </p:cNvSpPr>
          <p:nvPr/>
        </p:nvSpPr>
        <p:spPr bwMode="auto">
          <a:xfrm>
            <a:off x="6019800" y="2130617"/>
            <a:ext cx="3124201" cy="1674019"/>
          </a:xfrm>
          <a:prstGeom prst="cloudCallout">
            <a:avLst>
              <a:gd name="adj1" fmla="val -45736"/>
              <a:gd name="adj2" fmla="val 43741"/>
            </a:avLst>
          </a:prstGeom>
          <a:solidFill>
            <a:srgbClr val="FFC000"/>
          </a:solidFill>
          <a:ln w="15875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Tell me the difference between these groups…</a:t>
            </a:r>
          </a:p>
          <a:p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God I have ANOVA</a:t>
            </a:r>
            <a:endParaRPr lang="en-US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5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</a:t>
            </a:r>
            <a:endParaRPr lang="en-GB" dirty="0"/>
          </a:p>
        </p:txBody>
      </p:sp>
      <p:graphicFrame>
        <p:nvGraphicFramePr>
          <p:cNvPr id="9" name="Inhaltsplatzhalt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00244982"/>
              </p:ext>
            </p:extLst>
          </p:nvPr>
        </p:nvGraphicFramePr>
        <p:xfrm>
          <a:off x="536576" y="962025"/>
          <a:ext cx="8226425" cy="3486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70780AF-67BC-2943-8B3E-2DEC8C9D64C5}"/>
              </a:ext>
            </a:extLst>
          </p:cNvPr>
          <p:cNvSpPr txBox="1"/>
          <p:nvPr/>
        </p:nvSpPr>
        <p:spPr>
          <a:xfrm>
            <a:off x="627887" y="2705100"/>
            <a:ext cx="1301857" cy="70788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000" dirty="0"/>
              <a:t>e.g.: </a:t>
            </a:r>
            <a:r>
              <a:rPr lang="it-IT" sz="1000" dirty="0" err="1"/>
              <a:t>is</a:t>
            </a:r>
            <a:r>
              <a:rPr lang="it-IT" sz="1000" dirty="0"/>
              <a:t> the </a:t>
            </a:r>
            <a:r>
              <a:rPr lang="it-IT" sz="1000" dirty="0" err="1"/>
              <a:t>average</a:t>
            </a:r>
            <a:r>
              <a:rPr lang="it-IT" sz="1000" dirty="0"/>
              <a:t> BMI of </a:t>
            </a:r>
            <a:r>
              <a:rPr lang="it-IT" sz="1000" dirty="0" err="1"/>
              <a:t>people</a:t>
            </a:r>
            <a:r>
              <a:rPr lang="it-IT" sz="1000" dirty="0"/>
              <a:t> </a:t>
            </a:r>
            <a:r>
              <a:rPr lang="it-IT" sz="1000" dirty="0" err="1"/>
              <a:t>who</a:t>
            </a:r>
            <a:r>
              <a:rPr lang="it-IT" sz="1000" dirty="0"/>
              <a:t> </a:t>
            </a:r>
            <a:r>
              <a:rPr lang="it-IT" sz="1000" dirty="0" err="1"/>
              <a:t>lives</a:t>
            </a:r>
            <a:r>
              <a:rPr lang="it-IT" sz="1000" dirty="0"/>
              <a:t> in CPH </a:t>
            </a:r>
            <a:r>
              <a:rPr lang="it-IT" sz="1000" dirty="0" err="1"/>
              <a:t>higher</a:t>
            </a:r>
            <a:r>
              <a:rPr lang="it-IT" sz="1000" dirty="0"/>
              <a:t> </a:t>
            </a:r>
            <a:r>
              <a:rPr lang="it-IT" sz="1000" dirty="0" err="1"/>
              <a:t>than</a:t>
            </a:r>
            <a:r>
              <a:rPr lang="it-IT" sz="1000" dirty="0"/>
              <a:t> 25.5?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460DC-27F9-AF4B-9351-CC232B6F5075}"/>
              </a:ext>
            </a:extLst>
          </p:cNvPr>
          <p:cNvSpPr txBox="1"/>
          <p:nvPr/>
        </p:nvSpPr>
        <p:spPr>
          <a:xfrm>
            <a:off x="5632451" y="3671316"/>
            <a:ext cx="1721884" cy="1384995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Arial" charset="0"/>
                <a:ea typeface="宋体" charset="-122"/>
              </a:rPr>
              <a:t>Wilcoxon test: </a:t>
            </a:r>
            <a:r>
              <a:rPr lang="en-GB" sz="1000" dirty="0">
                <a:solidFill>
                  <a:srgbClr val="111111"/>
                </a:solidFill>
                <a:latin typeface="SourceSansPro"/>
                <a:ea typeface="宋体" charset="-122"/>
              </a:rPr>
              <a:t>a</a:t>
            </a:r>
            <a:r>
              <a:rPr lang="en-GB" sz="1000" dirty="0">
                <a:solidFill>
                  <a:srgbClr val="111111"/>
                </a:solidFill>
                <a:latin typeface="SourceSansPro"/>
              </a:rPr>
              <a:t>re test scores different from 5th grade to 6th grade for the same students?)</a:t>
            </a:r>
          </a:p>
          <a:p>
            <a:pPr lvl="0" fontAlgn="base">
              <a:spcBef>
                <a:spcPct val="20000"/>
              </a:spcBef>
              <a:spcAft>
                <a:spcPct val="0"/>
              </a:spcAft>
            </a:pPr>
            <a:endParaRPr lang="en-US" sz="1000" dirty="0">
              <a:solidFill>
                <a:schemeClr val="tx2">
                  <a:lumMod val="50000"/>
                </a:schemeClr>
              </a:solidFill>
              <a:latin typeface="Arial" charset="0"/>
            </a:endParaRPr>
          </a:p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Arial" charset="0"/>
              </a:rPr>
              <a:t>Mann-Whitney Test: are test scores different across two math courses at CBS?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686E1-42C1-7345-903D-8B3D8B3C9CA4}"/>
              </a:ext>
            </a:extLst>
          </p:cNvPr>
          <p:cNvSpPr txBox="1"/>
          <p:nvPr/>
        </p:nvSpPr>
        <p:spPr>
          <a:xfrm>
            <a:off x="7354335" y="2748118"/>
            <a:ext cx="1301857" cy="86177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000" dirty="0"/>
              <a:t>e.g. Do </a:t>
            </a:r>
            <a:r>
              <a:rPr lang="it-IT" sz="1000" dirty="0" err="1"/>
              <a:t>three</a:t>
            </a:r>
            <a:r>
              <a:rPr lang="it-IT" sz="1000" dirty="0"/>
              <a:t> </a:t>
            </a:r>
            <a:r>
              <a:rPr lang="it-IT" sz="1000" dirty="0" err="1"/>
              <a:t>types</a:t>
            </a:r>
            <a:r>
              <a:rPr lang="it-IT" sz="1000" dirty="0"/>
              <a:t> of medicine for </a:t>
            </a:r>
            <a:r>
              <a:rPr lang="it-IT" sz="1000" dirty="0" err="1"/>
              <a:t>depression</a:t>
            </a:r>
            <a:r>
              <a:rPr lang="it-IT" sz="1000" dirty="0"/>
              <a:t> </a:t>
            </a:r>
            <a:r>
              <a:rPr lang="it-IT" sz="1000" dirty="0" err="1"/>
              <a:t>have</a:t>
            </a:r>
            <a:r>
              <a:rPr lang="it-IT" sz="1000" dirty="0"/>
              <a:t> a </a:t>
            </a:r>
            <a:r>
              <a:rPr lang="it-IT" sz="1000" dirty="0" err="1"/>
              <a:t>similar</a:t>
            </a:r>
            <a:r>
              <a:rPr lang="it-IT" sz="1000" dirty="0"/>
              <a:t> </a:t>
            </a:r>
            <a:r>
              <a:rPr lang="it-IT" sz="1000" dirty="0" err="1"/>
              <a:t>effect</a:t>
            </a:r>
            <a:r>
              <a:rPr lang="it-IT" sz="1000" dirty="0"/>
              <a:t> on </a:t>
            </a:r>
            <a:r>
              <a:rPr lang="it-IT" sz="1000" dirty="0" err="1"/>
              <a:t>treated</a:t>
            </a:r>
            <a:r>
              <a:rPr lang="it-IT" sz="1000" dirty="0"/>
              <a:t> </a:t>
            </a:r>
            <a:r>
              <a:rPr lang="it-IT" sz="1000" dirty="0" err="1"/>
              <a:t>respondents</a:t>
            </a:r>
            <a:r>
              <a:rPr lang="it-IT" sz="1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77320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4" name="Inhaltsplatzhalter 1"/>
          <p:cNvSpPr>
            <a:spLocks noGrp="1"/>
          </p:cNvSpPr>
          <p:nvPr>
            <p:ph idx="4294967295"/>
          </p:nvPr>
        </p:nvSpPr>
        <p:spPr>
          <a:xfrm>
            <a:off x="917575" y="1057275"/>
            <a:ext cx="7310438" cy="35433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GB" sz="3200" b="1" dirty="0">
                <a:solidFill>
                  <a:schemeClr val="tx2">
                    <a:lumMod val="50000"/>
                  </a:schemeClr>
                </a:solidFill>
              </a:rPr>
              <a:t>Basic steps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Formulate the alternative and null hypotheses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Select a significance level (</a:t>
            </a:r>
            <a:r>
              <a:rPr lang="en-GB" dirty="0"/>
              <a:t>the probability of rejecting the null hypothesis, when the null hypothesis is actually true)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Select the test statistic and calculate its value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Identify critical value for the test statistic and state the decision rule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Compare calculated value to critical value and reach conclusion about the null hypothesis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Make the related decision</a:t>
            </a:r>
          </a:p>
        </p:txBody>
      </p:sp>
    </p:spTree>
    <p:extLst>
      <p:ext uri="{BB962C8B-B14F-4D97-AF65-F5344CB8AC3E}">
        <p14:creationId xmlns:p14="http://schemas.microsoft.com/office/powerpoint/2010/main" val="138245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5" name="Inhaltsplatzhalter 1"/>
          <p:cNvSpPr>
            <a:spLocks noGrp="1"/>
          </p:cNvSpPr>
          <p:nvPr>
            <p:ph idx="4294967295"/>
          </p:nvPr>
        </p:nvSpPr>
        <p:spPr>
          <a:xfrm>
            <a:off x="536576" y="971550"/>
            <a:ext cx="8226425" cy="35433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GB" sz="3200" b="1" dirty="0">
                <a:solidFill>
                  <a:schemeClr val="tx2">
                    <a:lumMod val="50000"/>
                  </a:schemeClr>
                </a:solidFill>
              </a:rPr>
              <a:t>Let’s find a hypothesis</a:t>
            </a:r>
          </a:p>
        </p:txBody>
      </p:sp>
      <p:pic>
        <p:nvPicPr>
          <p:cNvPr id="7" name="Picture 2" descr="Billedresultat for obesity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628" y="1473200"/>
            <a:ext cx="6566319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488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917575" y="1002090"/>
            <a:ext cx="731043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Formulate the alternative and null hypotheses</a:t>
            </a:r>
          </a:p>
          <a:p>
            <a:endParaRPr lang="en-US" sz="2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H1: “Men and Women have on average a different BMI</a:t>
            </a:r>
            <a:r>
              <a:rPr lang="en-US" sz="2200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en-US" sz="2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H0: “Men and women have on average an equal BMI”</a:t>
            </a:r>
          </a:p>
        </p:txBody>
      </p:sp>
    </p:spTree>
    <p:extLst>
      <p:ext uri="{BB962C8B-B14F-4D97-AF65-F5344CB8AC3E}">
        <p14:creationId xmlns:p14="http://schemas.microsoft.com/office/powerpoint/2010/main" val="1079096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4" name="Inhaltsplatzhalter 1"/>
          <p:cNvSpPr>
            <a:spLocks noGrp="1"/>
          </p:cNvSpPr>
          <p:nvPr>
            <p:ph idx="4294967295"/>
          </p:nvPr>
        </p:nvSpPr>
        <p:spPr>
          <a:xfrm>
            <a:off x="330201" y="933450"/>
            <a:ext cx="8429626" cy="3657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ctr">
              <a:buNone/>
            </a:pP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2. Select a significance level (</a:t>
            </a:r>
            <a:r>
              <a:rPr lang="el-GR" sz="2800" b="1" dirty="0">
                <a:solidFill>
                  <a:schemeClr val="tx2">
                    <a:lumMod val="50000"/>
                  </a:schemeClr>
                </a:solidFill>
              </a:rPr>
              <a:t>α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sym typeface="Symbol"/>
              </a:rPr>
              <a:t>This is the probability of rejecting the null hypothesis when it is actually true. 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Rule of thumb: </a:t>
            </a:r>
            <a:r>
              <a:rPr lang="en-GB" b="1" dirty="0">
                <a:solidFill>
                  <a:schemeClr val="tx2">
                    <a:lumMod val="50000"/>
                  </a:schemeClr>
                </a:solidFill>
              </a:rPr>
              <a:t>5%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failure 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sym typeface="Symbol"/>
              </a:rPr>
              <a:t> there is a 5% probability of rejecting the null hypothesis when it is actually true (</a:t>
            </a:r>
            <a:r>
              <a:rPr lang="el-GR" dirty="0">
                <a:solidFill>
                  <a:schemeClr val="tx2">
                    <a:lumMod val="50000"/>
                  </a:schemeClr>
                </a:solidFill>
                <a:sym typeface="Symbol"/>
              </a:rPr>
              <a:t>α</a:t>
            </a:r>
            <a:r>
              <a:rPr lang="da-DK" dirty="0">
                <a:solidFill>
                  <a:schemeClr val="tx2">
                    <a:lumMod val="50000"/>
                  </a:schemeClr>
                </a:solidFill>
                <a:sym typeface="Symbol"/>
              </a:rPr>
              <a:t> = 0.05  p ≤ 0.05)</a:t>
            </a:r>
            <a:endParaRPr lang="en-GB" dirty="0">
              <a:solidFill>
                <a:schemeClr val="tx2">
                  <a:lumMod val="50000"/>
                </a:schemeClr>
              </a:solidFill>
              <a:sym typeface="Symbol"/>
            </a:endParaRP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sz="1200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sz="24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5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541457"/>
              </p:ext>
            </p:extLst>
          </p:nvPr>
        </p:nvGraphicFramePr>
        <p:xfrm>
          <a:off x="722312" y="2367280"/>
          <a:ext cx="7848601" cy="2093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840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Null hypothesis is really: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840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049">
                <a:tc rowSpan="2">
                  <a:txBody>
                    <a:bodyPr/>
                    <a:lstStyle/>
                    <a:p>
                      <a:pPr algn="ctr"/>
                      <a:r>
                        <a:rPr lang="en-GB" sz="1400" b="1" baseline="0" dirty="0">
                          <a:solidFill>
                            <a:schemeClr val="bg1"/>
                          </a:solidFill>
                        </a:rPr>
                        <a:t>Test says that null hypothesis is: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34290" marB="34290" vert="vert27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True, </a:t>
                      </a:r>
                      <a:br>
                        <a:rPr lang="en-GB" sz="14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don’t reject H</a:t>
                      </a:r>
                      <a:r>
                        <a:rPr lang="en-GB" sz="1400" baseline="-25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Correct decision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Incorrect</a:t>
                      </a:r>
                      <a:r>
                        <a:rPr lang="en-GB" sz="14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decision </a:t>
                      </a:r>
                      <a:br>
                        <a:rPr lang="en-GB" sz="14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</a:br>
                      <a:r>
                        <a:rPr lang="en-GB" sz="14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GB" sz="1400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Type II </a:t>
                      </a:r>
                      <a:r>
                        <a:rPr lang="en-GB" sz="14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or ‘false negative’ error)</a:t>
                      </a:r>
                      <a:endParaRPr lang="en-GB" sz="14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247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False, </a:t>
                      </a:r>
                    </a:p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reject H</a:t>
                      </a:r>
                      <a:r>
                        <a:rPr lang="en-GB" sz="1400" baseline="-250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Incorrect decision</a:t>
                      </a:r>
                      <a:br>
                        <a:rPr lang="en-GB" sz="14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</a:br>
                      <a:r>
                        <a:rPr lang="en-GB" sz="14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GB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Type</a:t>
                      </a:r>
                      <a:r>
                        <a:rPr lang="en-GB" sz="1400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I error</a:t>
                      </a:r>
                      <a:r>
                        <a:rPr lang="en-GB" sz="14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or </a:t>
                      </a:r>
                    </a:p>
                    <a:p>
                      <a:pPr algn="ctr"/>
                      <a:r>
                        <a:rPr lang="en-GB" sz="1400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‘false positive’ error)</a:t>
                      </a:r>
                      <a:endParaRPr lang="en-GB" sz="14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Correct decision</a:t>
                      </a:r>
                    </a:p>
                  </a:txBody>
                  <a:tcPr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898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917575" y="1002090"/>
            <a:ext cx="73104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I Error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Saying you reject H0 when it really is true.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Rejecting a true H0.</a:t>
            </a:r>
          </a:p>
          <a:p>
            <a:endParaRPr lang="en-US" sz="24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II Error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Saying you do not reject H0 when it really is false.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Failing to reject a false H0.</a:t>
            </a:r>
          </a:p>
        </p:txBody>
      </p:sp>
    </p:spTree>
    <p:extLst>
      <p:ext uri="{BB962C8B-B14F-4D97-AF65-F5344CB8AC3E}">
        <p14:creationId xmlns:p14="http://schemas.microsoft.com/office/powerpoint/2010/main" val="3474070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550333" y="1002090"/>
            <a:ext cx="76776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Select the test statistic and calculate its value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t-test for two independent samples (why independent?)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67" y="2192059"/>
            <a:ext cx="6695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Warning! Before running t-tests for independent </a:t>
            </a:r>
          </a:p>
          <a:p>
            <a:pPr lvl="1"/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Samples, we need to carry out F-test (</a:t>
            </a:r>
            <a:r>
              <a:rPr lang="en-GB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Levene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-test)</a:t>
            </a:r>
          </a:p>
          <a:p>
            <a:pPr lvl="1"/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find out whether variances are equal or not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Variances are equal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Variances are not equal</a:t>
            </a:r>
          </a:p>
          <a:p>
            <a:pPr lvl="2"/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 H</a:t>
            </a:r>
            <a:r>
              <a:rPr lang="en-GB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calculated F &gt; critical F, </a:t>
            </a:r>
            <a:b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 do not reject H</a:t>
            </a:r>
            <a:r>
              <a:rPr lang="en-GB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endParaRPr lang="en-US" sz="18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traight Connector 3"/>
          <p:cNvSpPr/>
          <p:nvPr/>
        </p:nvSpPr>
        <p:spPr>
          <a:xfrm>
            <a:off x="6993067" y="2804917"/>
            <a:ext cx="202597" cy="118519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580262"/>
                </a:lnTo>
                <a:lnTo>
                  <a:pt x="202597" y="1580262"/>
                </a:lnTo>
              </a:path>
            </a:pathLst>
          </a:custGeom>
          <a:noFill/>
        </p:spPr>
        <p:style>
          <a:lnRef idx="2">
            <a:schemeClr val="accent2">
              <a:tint val="7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Straight Connector 4"/>
          <p:cNvSpPr/>
          <p:nvPr/>
        </p:nvSpPr>
        <p:spPr>
          <a:xfrm>
            <a:off x="6993067" y="2804918"/>
            <a:ext cx="202597" cy="4659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21299"/>
                </a:lnTo>
                <a:lnTo>
                  <a:pt x="202597" y="621299"/>
                </a:lnTo>
              </a:path>
            </a:pathLst>
          </a:custGeom>
          <a:noFill/>
        </p:spPr>
        <p:style>
          <a:lnRef idx="2">
            <a:schemeClr val="accent2">
              <a:tint val="7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Straight Connector 5"/>
          <p:cNvSpPr/>
          <p:nvPr/>
        </p:nvSpPr>
        <p:spPr>
          <a:xfrm>
            <a:off x="7533327" y="2085696"/>
            <a:ext cx="817144" cy="2127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817144" y="0"/>
                </a:moveTo>
                <a:lnTo>
                  <a:pt x="817144" y="141818"/>
                </a:lnTo>
                <a:lnTo>
                  <a:pt x="0" y="141818"/>
                </a:lnTo>
                <a:lnTo>
                  <a:pt x="0" y="283636"/>
                </a:lnTo>
              </a:path>
            </a:pathLst>
          </a:custGeom>
          <a:noFill/>
        </p:spPr>
        <p:style>
          <a:lnRef idx="2">
            <a:schemeClr val="accent2">
              <a:tint val="9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" name="Group 9"/>
          <p:cNvGrpSpPr/>
          <p:nvPr/>
        </p:nvGrpSpPr>
        <p:grpSpPr>
          <a:xfrm>
            <a:off x="6858000" y="2298424"/>
            <a:ext cx="1350652" cy="506495"/>
            <a:chOff x="1634765" y="1506955"/>
            <a:chExt cx="1350652" cy="675326"/>
          </a:xfrm>
          <a:solidFill>
            <a:schemeClr val="tx2">
              <a:lumMod val="5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1" name="Rectangle 10"/>
            <p:cNvSpPr/>
            <p:nvPr/>
          </p:nvSpPr>
          <p:spPr>
            <a:xfrm>
              <a:off x="1634765" y="1506955"/>
              <a:ext cx="1350652" cy="675326"/>
            </a:xfrm>
            <a:prstGeom prst="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alpha val="7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alpha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2" name="Rectangle 11"/>
            <p:cNvSpPr/>
            <p:nvPr/>
          </p:nvSpPr>
          <p:spPr>
            <a:xfrm>
              <a:off x="1634765" y="1506955"/>
              <a:ext cx="1350652" cy="67532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Independent 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195663" y="3017646"/>
            <a:ext cx="1350652" cy="506495"/>
            <a:chOff x="1972428" y="2465918"/>
            <a:chExt cx="1350652" cy="675326"/>
          </a:xfrm>
          <a:solidFill>
            <a:schemeClr val="tx2">
              <a:lumMod val="5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4" name="Rectangle 13"/>
            <p:cNvSpPr/>
            <p:nvPr/>
          </p:nvSpPr>
          <p:spPr>
            <a:xfrm>
              <a:off x="1972428" y="2465918"/>
              <a:ext cx="1350652" cy="675326"/>
            </a:xfrm>
            <a:prstGeom prst="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alpha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1972428" y="2465918"/>
              <a:ext cx="1350652" cy="67532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Equal variances: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t-test for equal variances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195663" y="3736868"/>
            <a:ext cx="1350652" cy="506495"/>
            <a:chOff x="1972428" y="3424881"/>
            <a:chExt cx="1350652" cy="675326"/>
          </a:xfrm>
          <a:solidFill>
            <a:schemeClr val="tx2">
              <a:lumMod val="5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7" name="Rectangle 16"/>
            <p:cNvSpPr/>
            <p:nvPr/>
          </p:nvSpPr>
          <p:spPr>
            <a:xfrm>
              <a:off x="1972428" y="3424881"/>
              <a:ext cx="1350652" cy="675326"/>
            </a:xfrm>
            <a:prstGeom prst="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alpha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1972428" y="3424881"/>
              <a:ext cx="1350652" cy="67532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Unequal variances: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1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t-test for unequal variances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534401" y="3086101"/>
            <a:ext cx="6378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0421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7574" y="795457"/>
            <a:ext cx="7310440" cy="45012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equal-variance-test:</a:t>
            </a:r>
          </a:p>
          <a:p>
            <a:endParaRPr lang="en-GB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a-DK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P= Sig.: 0.000 &lt; .05  can reject H</a:t>
            </a:r>
            <a:r>
              <a:rPr lang="en-GB" sz="1600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0</a:t>
            </a:r>
            <a:endParaRPr lang="en-GB" sz="16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r>
              <a:rPr lang="en-GB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Conclusion:</a:t>
            </a: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we do reject H</a:t>
            </a:r>
            <a:r>
              <a:rPr lang="en-GB" sz="1600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0</a:t>
            </a: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and assume unequal variances</a:t>
            </a:r>
            <a:endParaRPr lang="en-GB" sz="16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8"/>
          <a:stretch/>
        </p:blipFill>
        <p:spPr bwMode="auto">
          <a:xfrm>
            <a:off x="705643" y="1166094"/>
            <a:ext cx="6603999" cy="338266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" name="Rounded Rectangle 19"/>
          <p:cNvSpPr/>
          <p:nvPr/>
        </p:nvSpPr>
        <p:spPr bwMode="auto">
          <a:xfrm>
            <a:off x="4553744" y="2505074"/>
            <a:ext cx="914400" cy="444211"/>
          </a:xfrm>
          <a:prstGeom prst="roundRect">
            <a:avLst/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sp>
        <p:nvSpPr>
          <p:cNvPr id="21" name="Rounded Rectangle 20"/>
          <p:cNvSpPr/>
          <p:nvPr/>
        </p:nvSpPr>
        <p:spPr bwMode="auto">
          <a:xfrm>
            <a:off x="2859437" y="4037871"/>
            <a:ext cx="2347564" cy="310172"/>
          </a:xfrm>
          <a:prstGeom prst="roundRect">
            <a:avLst/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705643" y="3526986"/>
            <a:ext cx="2867289" cy="510886"/>
          </a:xfrm>
          <a:prstGeom prst="roundRect">
            <a:avLst/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7A74A3-5305-2D18-F1C0-1B35D24B71AD}"/>
              </a:ext>
            </a:extLst>
          </p:cNvPr>
          <p:cNvSpPr/>
          <p:nvPr/>
        </p:nvSpPr>
        <p:spPr bwMode="auto">
          <a:xfrm>
            <a:off x="4232011" y="4288265"/>
            <a:ext cx="914400" cy="310173"/>
          </a:xfrm>
          <a:prstGeom prst="roundRect">
            <a:avLst/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60C8C-6F0F-6540-BB3E-9084B03C0EF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18" y="2775510"/>
            <a:ext cx="2223038" cy="10090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0CEBA1-8A67-174B-9479-949B6898C117}"/>
              </a:ext>
            </a:extLst>
          </p:cNvPr>
          <p:cNvSpPr txBox="1"/>
          <p:nvPr/>
        </p:nvSpPr>
        <p:spPr>
          <a:xfrm>
            <a:off x="1646480" y="1746099"/>
            <a:ext cx="1615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Student’s</a:t>
            </a:r>
            <a:r>
              <a:rPr lang="it-IT" sz="1600" dirty="0"/>
              <a:t> t for </a:t>
            </a:r>
            <a:r>
              <a:rPr lang="it-IT" sz="1600" b="1" dirty="0" err="1"/>
              <a:t>independent</a:t>
            </a:r>
            <a:r>
              <a:rPr lang="it-IT" sz="1600" b="1" dirty="0"/>
              <a:t> </a:t>
            </a:r>
            <a:r>
              <a:rPr lang="it-IT" sz="1600" b="1" dirty="0" err="1"/>
              <a:t>samples</a:t>
            </a:r>
            <a:endParaRPr lang="it-IT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1EE83-91B2-5742-9823-60D116F432E5}"/>
              </a:ext>
            </a:extLst>
          </p:cNvPr>
          <p:cNvSpPr txBox="1"/>
          <p:nvPr/>
        </p:nvSpPr>
        <p:spPr>
          <a:xfrm>
            <a:off x="5157276" y="1746099"/>
            <a:ext cx="1332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Student’s</a:t>
            </a:r>
            <a:r>
              <a:rPr lang="it-IT" sz="1600" dirty="0"/>
              <a:t> t for </a:t>
            </a:r>
            <a:r>
              <a:rPr lang="it-IT" sz="1600" b="1" dirty="0" err="1"/>
              <a:t>paired</a:t>
            </a:r>
            <a:r>
              <a:rPr lang="it-IT" sz="1600" b="1" dirty="0"/>
              <a:t> </a:t>
            </a:r>
            <a:r>
              <a:rPr lang="it-IT" sz="1600" b="1" dirty="0" err="1"/>
              <a:t>samples</a:t>
            </a:r>
            <a:endParaRPr lang="it-IT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6C16BA-D0D2-AD42-BDC5-130F439C855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216" y="2858203"/>
            <a:ext cx="1615914" cy="848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B2121D-95C3-F14A-AD79-C7017EB21E95}"/>
              </a:ext>
            </a:extLst>
          </p:cNvPr>
          <p:cNvSpPr txBox="1"/>
          <p:nvPr/>
        </p:nvSpPr>
        <p:spPr>
          <a:xfrm>
            <a:off x="651933" y="954861"/>
            <a:ext cx="722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To test </a:t>
            </a:r>
            <a:r>
              <a:rPr lang="it-IT" dirty="0" err="1"/>
              <a:t>differences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calculate</a:t>
            </a:r>
            <a:r>
              <a:rPr lang="it-IT" dirty="0"/>
              <a:t> the </a:t>
            </a:r>
            <a:r>
              <a:rPr lang="it-IT" dirty="0" err="1"/>
              <a:t>Student’s</a:t>
            </a:r>
            <a:r>
              <a:rPr lang="it-IT" dirty="0"/>
              <a:t> 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1E826-1DF5-524A-82A6-CE5919F3254F}"/>
              </a:ext>
            </a:extLst>
          </p:cNvPr>
          <p:cNvSpPr txBox="1"/>
          <p:nvPr/>
        </p:nvSpPr>
        <p:spPr>
          <a:xfrm>
            <a:off x="1897531" y="3982928"/>
            <a:ext cx="5289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Stata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for </a:t>
            </a:r>
            <a:r>
              <a:rPr lang="it-IT" dirty="0" err="1"/>
              <a:t>us</a:t>
            </a:r>
            <a:r>
              <a:rPr lang="it-IT" dirty="0"/>
              <a:t>, and </a:t>
            </a:r>
            <a:r>
              <a:rPr lang="it-IT" dirty="0" err="1"/>
              <a:t>compares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to a ‘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’</a:t>
            </a:r>
          </a:p>
          <a:p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6839B5-38F1-D84A-9365-60B2EAF53BD6}"/>
              </a:ext>
            </a:extLst>
          </p:cNvPr>
          <p:cNvSpPr txBox="1"/>
          <p:nvPr/>
        </p:nvSpPr>
        <p:spPr>
          <a:xfrm>
            <a:off x="7272628" y="2847560"/>
            <a:ext cx="13328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200" dirty="0"/>
              <a:t>The constant </a:t>
            </a:r>
            <a:r>
              <a:rPr lang="en" sz="1200" i="1" dirty="0"/>
              <a:t>μ</a:t>
            </a:r>
            <a:r>
              <a:rPr lang="en" sz="1200" baseline="-25000" dirty="0"/>
              <a:t>0</a:t>
            </a:r>
            <a:r>
              <a:rPr lang="en" sz="1200" dirty="0"/>
              <a:t> is zero if we want to test whether the average of the difference is significantly different from zero</a:t>
            </a:r>
            <a:endParaRPr lang="it-IT" sz="1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86ACD0-A444-CA47-9CF8-66C07F9D1210}"/>
              </a:ext>
            </a:extLst>
          </p:cNvPr>
          <p:cNvSpPr/>
          <p:nvPr/>
        </p:nvSpPr>
        <p:spPr>
          <a:xfrm>
            <a:off x="5925831" y="2978669"/>
            <a:ext cx="320040" cy="301343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446A7F-56A3-624F-96F0-C6CE71A7687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291072" y="3129342"/>
            <a:ext cx="981556" cy="503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150E18E-0C8D-D942-89B6-3F26FC286CC2}"/>
              </a:ext>
            </a:extLst>
          </p:cNvPr>
          <p:cNvSpPr/>
          <p:nvPr/>
        </p:nvSpPr>
        <p:spPr>
          <a:xfrm>
            <a:off x="7372126" y="1297120"/>
            <a:ext cx="8558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222222"/>
                </a:solidFill>
                <a:latin typeface="Arial" panose="020B0604020202020204" pitchFamily="34" charset="0"/>
              </a:rPr>
              <a:t>Average difference between Before / After treatment</a:t>
            </a:r>
            <a:endParaRPr lang="it-IT" sz="12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66FF68-5C39-C64F-949B-28024CE33787}"/>
              </a:ext>
            </a:extLst>
          </p:cNvPr>
          <p:cNvSpPr/>
          <p:nvPr/>
        </p:nvSpPr>
        <p:spPr>
          <a:xfrm>
            <a:off x="5303520" y="2978668"/>
            <a:ext cx="391082" cy="301343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2929CF-3F25-2C48-9975-62FB2D7030C2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5524500" y="1897285"/>
            <a:ext cx="1847626" cy="1029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3C2C2FD-2AE6-6248-9B2D-A330DBB74946}"/>
              </a:ext>
            </a:extLst>
          </p:cNvPr>
          <p:cNvSpPr/>
          <p:nvPr/>
        </p:nvSpPr>
        <p:spPr>
          <a:xfrm>
            <a:off x="1897532" y="2775510"/>
            <a:ext cx="1174852" cy="434034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2891DAE-A95D-8D4D-B0B2-0749AFB1FC0A}"/>
              </a:ext>
            </a:extLst>
          </p:cNvPr>
          <p:cNvCxnSpPr>
            <a:cxnSpLocks/>
          </p:cNvCxnSpPr>
          <p:nvPr/>
        </p:nvCxnSpPr>
        <p:spPr>
          <a:xfrm flipH="1" flipV="1">
            <a:off x="863982" y="2200540"/>
            <a:ext cx="996910" cy="79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9F0E766-250A-394E-9AFB-3DFD6EDB043C}"/>
              </a:ext>
            </a:extLst>
          </p:cNvPr>
          <p:cNvSpPr/>
          <p:nvPr/>
        </p:nvSpPr>
        <p:spPr>
          <a:xfrm>
            <a:off x="336540" y="1449686"/>
            <a:ext cx="9969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222222"/>
                </a:solidFill>
                <a:latin typeface="Arial" panose="020B0604020202020204" pitchFamily="34" charset="0"/>
              </a:rPr>
              <a:t>Difference between the two sample’s means </a:t>
            </a:r>
            <a:endParaRPr lang="it-IT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18290A-F0A1-1E4F-BE33-AB55A06F87DB}"/>
              </a:ext>
            </a:extLst>
          </p:cNvPr>
          <p:cNvSpPr/>
          <p:nvPr/>
        </p:nvSpPr>
        <p:spPr>
          <a:xfrm>
            <a:off x="267671" y="3461348"/>
            <a:ext cx="996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222222"/>
                </a:solidFill>
                <a:latin typeface="Arial" panose="020B0604020202020204" pitchFamily="34" charset="0"/>
              </a:rPr>
              <a:t>Pooled standard deviation</a:t>
            </a:r>
            <a:endParaRPr lang="it-IT" sz="12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8B152C5-2120-2B4C-888F-DC81E7A75935}"/>
              </a:ext>
            </a:extLst>
          </p:cNvPr>
          <p:cNvSpPr/>
          <p:nvPr/>
        </p:nvSpPr>
        <p:spPr>
          <a:xfrm>
            <a:off x="2108200" y="3340100"/>
            <a:ext cx="260350" cy="292290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A83B35-0340-8343-A7D1-4B953E6A22E0}"/>
              </a:ext>
            </a:extLst>
          </p:cNvPr>
          <p:cNvCxnSpPr>
            <a:cxnSpLocks/>
          </p:cNvCxnSpPr>
          <p:nvPr/>
        </p:nvCxnSpPr>
        <p:spPr>
          <a:xfrm flipH="1">
            <a:off x="1016382" y="3482632"/>
            <a:ext cx="1091818" cy="434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68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7" name="Inhaltsplatzhalter 1"/>
          <p:cNvSpPr>
            <a:spLocks noGrp="1"/>
          </p:cNvSpPr>
          <p:nvPr>
            <p:ph idx="4294967295"/>
          </p:nvPr>
        </p:nvSpPr>
        <p:spPr>
          <a:xfrm>
            <a:off x="847725" y="1437624"/>
            <a:ext cx="7380288" cy="3477276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</a:rPr>
              <a:t>4. Identify critical value for the test statistic and state the decision rule</a:t>
            </a:r>
          </a:p>
          <a:p>
            <a:pPr lvl="1"/>
            <a:r>
              <a:rPr lang="en-GB" b="1" i="1" dirty="0">
                <a:solidFill>
                  <a:schemeClr val="tx2">
                    <a:lumMod val="50000"/>
                  </a:schemeClr>
                </a:solidFill>
              </a:rPr>
              <a:t>Either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carry out the analysis in STATA</a:t>
            </a:r>
          </a:p>
          <a:p>
            <a:pPr lvl="1"/>
            <a:r>
              <a:rPr lang="en-GB" b="1" i="1" dirty="0">
                <a:solidFill>
                  <a:schemeClr val="tx2">
                    <a:lumMod val="50000"/>
                  </a:schemeClr>
                </a:solidFill>
              </a:rPr>
              <a:t>Or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look at a pre-made ‘t-table’, finding the critical t-value</a:t>
            </a:r>
          </a:p>
          <a:p>
            <a:pPr marL="457200" lvl="1" indent="0">
              <a:buNone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hlinkClick r:id="rId2"/>
              </a:rPr>
              <a:t>https://www.sjsu.edu/faculty/gerstman/StatPrimer/t-table.pdf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If n&gt;= 1000 cases -&gt; critical t-value = 1.96</a:t>
            </a:r>
          </a:p>
          <a:p>
            <a:pPr lvl="1">
              <a:buNone/>
            </a:pPr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</a:rPr>
              <a:t>5. Compare calculated t-test value to critical t value, and reach conclusion about the null hypothesis</a:t>
            </a:r>
          </a:p>
          <a:p>
            <a:pPr>
              <a:buNone/>
            </a:pP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174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87"/>
          <a:stretch/>
        </p:blipFill>
        <p:spPr bwMode="auto">
          <a:xfrm>
            <a:off x="1362074" y="794902"/>
            <a:ext cx="6670212" cy="3424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Inhaltsplatzhalter 1"/>
          <p:cNvSpPr>
            <a:spLocks noGrp="1"/>
          </p:cNvSpPr>
          <p:nvPr>
            <p:ph idx="4294967295"/>
          </p:nvPr>
        </p:nvSpPr>
        <p:spPr>
          <a:xfrm>
            <a:off x="381000" y="4219576"/>
            <a:ext cx="8534400" cy="507206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</a:rPr>
              <a:t>We reject H</a:t>
            </a:r>
            <a:r>
              <a:rPr lang="en-GB" b="1" baseline="-25000" dirty="0">
                <a:solidFill>
                  <a:schemeClr val="tx2">
                    <a:lumMod val="50000"/>
                  </a:schemeClr>
                </a:solidFill>
              </a:rPr>
              <a:t>0</a:t>
            </a:r>
            <a:r>
              <a:rPr lang="en-GB" b="1" dirty="0">
                <a:solidFill>
                  <a:schemeClr val="tx2">
                    <a:lumMod val="50000"/>
                  </a:schemeClr>
                </a:solidFill>
              </a:rPr>
              <a:t> and thus, conclude that men have a higher BMI </a:t>
            </a:r>
            <a:br>
              <a:rPr lang="en-GB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b="1" dirty="0">
                <a:solidFill>
                  <a:schemeClr val="tx2">
                    <a:lumMod val="50000"/>
                  </a:schemeClr>
                </a:solidFill>
              </a:rPr>
              <a:t>than women</a:t>
            </a: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32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105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Abgerundetes Rechteck 3"/>
          <p:cNvSpPr/>
          <p:nvPr/>
        </p:nvSpPr>
        <p:spPr bwMode="auto">
          <a:xfrm>
            <a:off x="3401878" y="3757612"/>
            <a:ext cx="2456481" cy="500063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sp>
        <p:nvSpPr>
          <p:cNvPr id="2" name="Frame 1"/>
          <p:cNvSpPr/>
          <p:nvPr/>
        </p:nvSpPr>
        <p:spPr>
          <a:xfrm>
            <a:off x="6756400" y="3111500"/>
            <a:ext cx="1275886" cy="304800"/>
          </a:xfrm>
          <a:prstGeom prst="fram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30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differences – 6 steps</a:t>
            </a:r>
            <a:endParaRPr lang="en-GB" dirty="0"/>
          </a:p>
        </p:txBody>
      </p:sp>
      <p:sp>
        <p:nvSpPr>
          <p:cNvPr id="7" name="Text Box 56"/>
          <p:cNvSpPr txBox="1">
            <a:spLocks noChangeArrowheads="1"/>
          </p:cNvSpPr>
          <p:nvPr/>
        </p:nvSpPr>
        <p:spPr bwMode="auto">
          <a:xfrm>
            <a:off x="1720800" y="4282200"/>
            <a:ext cx="1350000" cy="369332"/>
          </a:xfrm>
          <a:prstGeom prst="rect">
            <a:avLst/>
          </a:prstGeom>
          <a:solidFill>
            <a:srgbClr val="FF990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 H</a:t>
            </a:r>
            <a:r>
              <a:rPr lang="en-US" sz="1800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" name="Inhaltsplatzhalter 1"/>
          <p:cNvSpPr>
            <a:spLocks noGrp="1"/>
          </p:cNvSpPr>
          <p:nvPr>
            <p:ph idx="4294967295"/>
          </p:nvPr>
        </p:nvSpPr>
        <p:spPr>
          <a:xfrm>
            <a:off x="381001" y="1200150"/>
            <a:ext cx="8382000" cy="13716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sz="2600" b="1" dirty="0">
                <a:solidFill>
                  <a:schemeClr val="tx2">
                    <a:lumMod val="50000"/>
                  </a:schemeClr>
                </a:solidFill>
              </a:rPr>
              <a:t>Results t-test:</a:t>
            </a:r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GB" sz="1000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t-stat = 20.1  &gt; t-critical = 1.96 and p = .000 &lt; .05 </a:t>
            </a:r>
            <a:br>
              <a:rPr lang="en-GB" sz="24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2400" b="1" dirty="0">
                <a:solidFill>
                  <a:schemeClr val="tx2">
                    <a:lumMod val="50000"/>
                  </a:schemeClr>
                </a:solidFill>
                <a:sym typeface="Symbol"/>
              </a:rPr>
              <a:t> reject H</a:t>
            </a:r>
            <a:r>
              <a:rPr lang="en-GB" sz="2400" b="1" baseline="-25000" dirty="0">
                <a:solidFill>
                  <a:schemeClr val="tx2">
                    <a:lumMod val="50000"/>
                  </a:schemeClr>
                </a:solidFill>
                <a:sym typeface="Symbol"/>
              </a:rPr>
              <a:t>0</a:t>
            </a:r>
            <a:endParaRPr lang="en-GB" sz="2400" b="1" baseline="-25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Oval 52"/>
          <p:cNvSpPr>
            <a:spLocks noChangeArrowheads="1"/>
          </p:cNvSpPr>
          <p:nvPr/>
        </p:nvSpPr>
        <p:spPr bwMode="auto">
          <a:xfrm>
            <a:off x="917575" y="1653298"/>
            <a:ext cx="4521181" cy="561044"/>
          </a:xfrm>
          <a:prstGeom prst="ellipse">
            <a:avLst/>
          </a:prstGeom>
          <a:noFill/>
          <a:ln w="5080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da-DK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631802" y="3007532"/>
            <a:ext cx="5932754" cy="2108650"/>
            <a:chOff x="1631802" y="4010043"/>
            <a:chExt cx="5932754" cy="2811533"/>
          </a:xfrm>
        </p:grpSpPr>
        <p:sp>
          <p:nvSpPr>
            <p:cNvPr id="12" name="Text Box 56"/>
            <p:cNvSpPr txBox="1">
              <a:spLocks noChangeArrowheads="1"/>
            </p:cNvSpPr>
            <p:nvPr/>
          </p:nvSpPr>
          <p:spPr bwMode="auto">
            <a:xfrm>
              <a:off x="6200756" y="5686443"/>
              <a:ext cx="1350000" cy="492443"/>
            </a:xfrm>
            <a:prstGeom prst="rect">
              <a:avLst/>
            </a:prstGeom>
            <a:solidFill>
              <a:srgbClr val="FF9900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18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Reject H</a:t>
              </a:r>
              <a:r>
                <a:rPr lang="en-US" sz="1800" baseline="-250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3" name="Freeform 58"/>
            <p:cNvSpPr>
              <a:spLocks/>
            </p:cNvSpPr>
            <p:nvPr/>
          </p:nvSpPr>
          <p:spPr bwMode="auto">
            <a:xfrm flipH="1">
              <a:off x="6124556" y="5229243"/>
              <a:ext cx="842963" cy="228600"/>
            </a:xfrm>
            <a:custGeom>
              <a:avLst/>
              <a:gdLst>
                <a:gd name="T0" fmla="*/ 9 w 582"/>
                <a:gd name="T1" fmla="*/ 177 h 183"/>
                <a:gd name="T2" fmla="*/ 0 w 582"/>
                <a:gd name="T3" fmla="*/ 132 h 183"/>
                <a:gd name="T4" fmla="*/ 258 w 582"/>
                <a:gd name="T5" fmla="*/ 114 h 183"/>
                <a:gd name="T6" fmla="*/ 423 w 582"/>
                <a:gd name="T7" fmla="*/ 66 h 183"/>
                <a:gd name="T8" fmla="*/ 504 w 582"/>
                <a:gd name="T9" fmla="*/ 48 h 183"/>
                <a:gd name="T10" fmla="*/ 582 w 582"/>
                <a:gd name="T11" fmla="*/ 0 h 183"/>
                <a:gd name="T12" fmla="*/ 582 w 582"/>
                <a:gd name="T13" fmla="*/ 183 h 183"/>
                <a:gd name="T14" fmla="*/ 9 w 582"/>
                <a:gd name="T15" fmla="*/ 182 h 183"/>
                <a:gd name="T16" fmla="*/ 9 w 582"/>
                <a:gd name="T17" fmla="*/ 17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82"/>
                <a:gd name="T28" fmla="*/ 0 h 183"/>
                <a:gd name="T29" fmla="*/ 582 w 582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82" h="183">
                  <a:moveTo>
                    <a:pt x="9" y="177"/>
                  </a:moveTo>
                  <a:lnTo>
                    <a:pt x="0" y="132"/>
                  </a:lnTo>
                  <a:lnTo>
                    <a:pt x="258" y="114"/>
                  </a:lnTo>
                  <a:lnTo>
                    <a:pt x="423" y="66"/>
                  </a:lnTo>
                  <a:lnTo>
                    <a:pt x="504" y="48"/>
                  </a:lnTo>
                  <a:lnTo>
                    <a:pt x="582" y="0"/>
                  </a:lnTo>
                  <a:lnTo>
                    <a:pt x="582" y="183"/>
                  </a:lnTo>
                  <a:lnTo>
                    <a:pt x="9" y="182"/>
                  </a:lnTo>
                  <a:lnTo>
                    <a:pt x="9" y="177"/>
                  </a:lnTo>
                </a:path>
              </a:pathLst>
            </a:custGeom>
            <a:solidFill>
              <a:srgbClr val="FF9900"/>
            </a:solidFill>
            <a:ln w="12700" cap="rnd">
              <a:noFill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da-DK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60"/>
            <p:cNvSpPr>
              <a:spLocks/>
            </p:cNvSpPr>
            <p:nvPr/>
          </p:nvSpPr>
          <p:spPr bwMode="auto">
            <a:xfrm>
              <a:off x="2314556" y="4086243"/>
              <a:ext cx="2362200" cy="1295400"/>
            </a:xfrm>
            <a:custGeom>
              <a:avLst/>
              <a:gdLst>
                <a:gd name="T0" fmla="*/ 0 w 600"/>
                <a:gd name="T1" fmla="*/ 575 h 576"/>
                <a:gd name="T2" fmla="*/ 63 w 600"/>
                <a:gd name="T3" fmla="*/ 570 h 576"/>
                <a:gd name="T4" fmla="*/ 95 w 600"/>
                <a:gd name="T5" fmla="*/ 562 h 576"/>
                <a:gd name="T6" fmla="*/ 127 w 600"/>
                <a:gd name="T7" fmla="*/ 553 h 576"/>
                <a:gd name="T8" fmla="*/ 158 w 600"/>
                <a:gd name="T9" fmla="*/ 540 h 576"/>
                <a:gd name="T10" fmla="*/ 190 w 600"/>
                <a:gd name="T11" fmla="*/ 521 h 576"/>
                <a:gd name="T12" fmla="*/ 222 w 600"/>
                <a:gd name="T13" fmla="*/ 498 h 576"/>
                <a:gd name="T14" fmla="*/ 284 w 600"/>
                <a:gd name="T15" fmla="*/ 432 h 576"/>
                <a:gd name="T16" fmla="*/ 347 w 600"/>
                <a:gd name="T17" fmla="*/ 338 h 576"/>
                <a:gd name="T18" fmla="*/ 410 w 600"/>
                <a:gd name="T19" fmla="*/ 224 h 576"/>
                <a:gd name="T20" fmla="*/ 441 w 600"/>
                <a:gd name="T21" fmla="*/ 167 h 576"/>
                <a:gd name="T22" fmla="*/ 473 w 600"/>
                <a:gd name="T23" fmla="*/ 114 h 576"/>
                <a:gd name="T24" fmla="*/ 505 w 600"/>
                <a:gd name="T25" fmla="*/ 67 h 576"/>
                <a:gd name="T26" fmla="*/ 535 w 600"/>
                <a:gd name="T27" fmla="*/ 31 h 576"/>
                <a:gd name="T28" fmla="*/ 567 w 600"/>
                <a:gd name="T29" fmla="*/ 8 h 576"/>
                <a:gd name="T30" fmla="*/ 599 w 600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0"/>
                <a:gd name="T49" fmla="*/ 0 h 576"/>
                <a:gd name="T50" fmla="*/ 600 w 600"/>
                <a:gd name="T51" fmla="*/ 576 h 57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0" h="576">
                  <a:moveTo>
                    <a:pt x="0" y="575"/>
                  </a:moveTo>
                  <a:lnTo>
                    <a:pt x="63" y="570"/>
                  </a:lnTo>
                  <a:lnTo>
                    <a:pt x="95" y="562"/>
                  </a:lnTo>
                  <a:lnTo>
                    <a:pt x="127" y="553"/>
                  </a:lnTo>
                  <a:lnTo>
                    <a:pt x="158" y="540"/>
                  </a:lnTo>
                  <a:lnTo>
                    <a:pt x="190" y="521"/>
                  </a:lnTo>
                  <a:lnTo>
                    <a:pt x="222" y="498"/>
                  </a:lnTo>
                  <a:lnTo>
                    <a:pt x="284" y="432"/>
                  </a:lnTo>
                  <a:lnTo>
                    <a:pt x="347" y="338"/>
                  </a:lnTo>
                  <a:lnTo>
                    <a:pt x="410" y="224"/>
                  </a:lnTo>
                  <a:lnTo>
                    <a:pt x="441" y="167"/>
                  </a:lnTo>
                  <a:lnTo>
                    <a:pt x="473" y="114"/>
                  </a:lnTo>
                  <a:lnTo>
                    <a:pt x="505" y="67"/>
                  </a:lnTo>
                  <a:lnTo>
                    <a:pt x="535" y="31"/>
                  </a:lnTo>
                  <a:lnTo>
                    <a:pt x="567" y="8"/>
                  </a:lnTo>
                  <a:lnTo>
                    <a:pt x="599" y="0"/>
                  </a:lnTo>
                </a:path>
              </a:pathLst>
            </a:custGeom>
            <a:noFill/>
            <a:ln w="50800" cap="rnd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da-DK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61"/>
            <p:cNvSpPr>
              <a:spLocks/>
            </p:cNvSpPr>
            <p:nvPr/>
          </p:nvSpPr>
          <p:spPr bwMode="auto">
            <a:xfrm>
              <a:off x="4676756" y="4086243"/>
              <a:ext cx="2209800" cy="1295400"/>
            </a:xfrm>
            <a:custGeom>
              <a:avLst/>
              <a:gdLst>
                <a:gd name="T0" fmla="*/ 575 w 576"/>
                <a:gd name="T1" fmla="*/ 575 h 576"/>
                <a:gd name="T2" fmla="*/ 515 w 576"/>
                <a:gd name="T3" fmla="*/ 570 h 576"/>
                <a:gd name="T4" fmla="*/ 484 w 576"/>
                <a:gd name="T5" fmla="*/ 562 h 576"/>
                <a:gd name="T6" fmla="*/ 455 w 576"/>
                <a:gd name="T7" fmla="*/ 553 h 576"/>
                <a:gd name="T8" fmla="*/ 424 w 576"/>
                <a:gd name="T9" fmla="*/ 540 h 576"/>
                <a:gd name="T10" fmla="*/ 393 w 576"/>
                <a:gd name="T11" fmla="*/ 521 h 576"/>
                <a:gd name="T12" fmla="*/ 364 w 576"/>
                <a:gd name="T13" fmla="*/ 498 h 576"/>
                <a:gd name="T14" fmla="*/ 303 w 576"/>
                <a:gd name="T15" fmla="*/ 432 h 576"/>
                <a:gd name="T16" fmla="*/ 242 w 576"/>
                <a:gd name="T17" fmla="*/ 338 h 576"/>
                <a:gd name="T18" fmla="*/ 182 w 576"/>
                <a:gd name="T19" fmla="*/ 224 h 576"/>
                <a:gd name="T20" fmla="*/ 151 w 576"/>
                <a:gd name="T21" fmla="*/ 167 h 576"/>
                <a:gd name="T22" fmla="*/ 120 w 576"/>
                <a:gd name="T23" fmla="*/ 114 h 576"/>
                <a:gd name="T24" fmla="*/ 91 w 576"/>
                <a:gd name="T25" fmla="*/ 67 h 576"/>
                <a:gd name="T26" fmla="*/ 60 w 576"/>
                <a:gd name="T27" fmla="*/ 31 h 576"/>
                <a:gd name="T28" fmla="*/ 30 w 576"/>
                <a:gd name="T29" fmla="*/ 8 h 576"/>
                <a:gd name="T30" fmla="*/ 0 w 576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6"/>
                <a:gd name="T49" fmla="*/ 0 h 576"/>
                <a:gd name="T50" fmla="*/ 576 w 576"/>
                <a:gd name="T51" fmla="*/ 576 h 57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6" h="576">
                  <a:moveTo>
                    <a:pt x="575" y="575"/>
                  </a:moveTo>
                  <a:lnTo>
                    <a:pt x="515" y="570"/>
                  </a:lnTo>
                  <a:lnTo>
                    <a:pt x="484" y="562"/>
                  </a:lnTo>
                  <a:lnTo>
                    <a:pt x="455" y="553"/>
                  </a:lnTo>
                  <a:lnTo>
                    <a:pt x="424" y="540"/>
                  </a:lnTo>
                  <a:lnTo>
                    <a:pt x="393" y="521"/>
                  </a:lnTo>
                  <a:lnTo>
                    <a:pt x="364" y="498"/>
                  </a:lnTo>
                  <a:lnTo>
                    <a:pt x="303" y="432"/>
                  </a:lnTo>
                  <a:lnTo>
                    <a:pt x="242" y="338"/>
                  </a:lnTo>
                  <a:lnTo>
                    <a:pt x="182" y="224"/>
                  </a:lnTo>
                  <a:lnTo>
                    <a:pt x="151" y="167"/>
                  </a:lnTo>
                  <a:lnTo>
                    <a:pt x="120" y="114"/>
                  </a:lnTo>
                  <a:lnTo>
                    <a:pt x="91" y="67"/>
                  </a:lnTo>
                  <a:lnTo>
                    <a:pt x="60" y="31"/>
                  </a:lnTo>
                  <a:lnTo>
                    <a:pt x="30" y="8"/>
                  </a:lnTo>
                  <a:lnTo>
                    <a:pt x="0" y="0"/>
                  </a:lnTo>
                </a:path>
              </a:pathLst>
            </a:custGeom>
            <a:noFill/>
            <a:ln w="50800" cap="rnd">
              <a:solidFill>
                <a:schemeClr val="fol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da-DK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62"/>
            <p:cNvSpPr>
              <a:spLocks noChangeShapeType="1"/>
            </p:cNvSpPr>
            <p:nvPr/>
          </p:nvSpPr>
          <p:spPr bwMode="auto">
            <a:xfrm>
              <a:off x="2085956" y="5457843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65"/>
            <p:cNvSpPr>
              <a:spLocks noChangeShapeType="1"/>
            </p:cNvSpPr>
            <p:nvPr/>
          </p:nvSpPr>
          <p:spPr bwMode="auto">
            <a:xfrm>
              <a:off x="4676756" y="4086243"/>
              <a:ext cx="0" cy="1371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66"/>
            <p:cNvSpPr>
              <a:spLocks noChangeShapeType="1"/>
            </p:cNvSpPr>
            <p:nvPr/>
          </p:nvSpPr>
          <p:spPr bwMode="auto">
            <a:xfrm>
              <a:off x="3076556" y="553404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68"/>
            <p:cNvSpPr>
              <a:spLocks noChangeShapeType="1"/>
            </p:cNvSpPr>
            <p:nvPr/>
          </p:nvSpPr>
          <p:spPr bwMode="auto">
            <a:xfrm>
              <a:off x="3076556" y="5686443"/>
              <a:ext cx="30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Box 69"/>
            <p:cNvSpPr txBox="1">
              <a:spLocks noChangeArrowheads="1"/>
            </p:cNvSpPr>
            <p:nvPr/>
          </p:nvSpPr>
          <p:spPr bwMode="auto">
            <a:xfrm>
              <a:off x="3914756" y="5686443"/>
              <a:ext cx="1524000" cy="410369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 not reject H</a:t>
              </a:r>
              <a:r>
                <a:rPr lang="en-US" sz="1400" baseline="-2500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Line 70"/>
            <p:cNvSpPr>
              <a:spLocks noChangeShapeType="1"/>
            </p:cNvSpPr>
            <p:nvPr/>
          </p:nvSpPr>
          <p:spPr bwMode="auto">
            <a:xfrm>
              <a:off x="1631802" y="5686443"/>
              <a:ext cx="144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 Box 71"/>
            <p:cNvSpPr txBox="1">
              <a:spLocks noChangeArrowheads="1"/>
            </p:cNvSpPr>
            <p:nvPr/>
          </p:nvSpPr>
          <p:spPr bwMode="auto">
            <a:xfrm>
              <a:off x="4448156" y="5686443"/>
              <a:ext cx="457200" cy="49244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l-GR" baseline="-25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73"/>
            <p:cNvSpPr>
              <a:spLocks noChangeShapeType="1"/>
            </p:cNvSpPr>
            <p:nvPr/>
          </p:nvSpPr>
          <p:spPr bwMode="auto">
            <a:xfrm>
              <a:off x="6124556" y="553404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74"/>
            <p:cNvSpPr>
              <a:spLocks noChangeShapeType="1"/>
            </p:cNvSpPr>
            <p:nvPr/>
          </p:nvSpPr>
          <p:spPr bwMode="auto">
            <a:xfrm>
              <a:off x="6124556" y="5686443"/>
              <a:ext cx="144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76"/>
            <p:cNvSpPr>
              <a:spLocks noChangeArrowheads="1"/>
            </p:cNvSpPr>
            <p:nvPr/>
          </p:nvSpPr>
          <p:spPr bwMode="auto">
            <a:xfrm flipH="1">
              <a:off x="5715008" y="4071942"/>
              <a:ext cx="1129548" cy="5300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0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=.025</a:t>
              </a:r>
            </a:p>
          </p:txBody>
        </p:sp>
        <p:sp>
          <p:nvSpPr>
            <p:cNvPr id="26" name="Rectangle 78"/>
            <p:cNvSpPr>
              <a:spLocks noChangeArrowheads="1"/>
            </p:cNvSpPr>
            <p:nvPr/>
          </p:nvSpPr>
          <p:spPr bwMode="auto">
            <a:xfrm flipH="1">
              <a:off x="5500694" y="6332553"/>
              <a:ext cx="1219200" cy="48902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1.96</a:t>
              </a:r>
            </a:p>
          </p:txBody>
        </p:sp>
        <p:sp>
          <p:nvSpPr>
            <p:cNvPr id="27" name="Line 81"/>
            <p:cNvSpPr>
              <a:spLocks noChangeShapeType="1"/>
            </p:cNvSpPr>
            <p:nvPr/>
          </p:nvSpPr>
          <p:spPr bwMode="auto">
            <a:xfrm flipV="1">
              <a:off x="6143636" y="5689611"/>
              <a:ext cx="0" cy="685800"/>
            </a:xfrm>
            <a:prstGeom prst="line">
              <a:avLst/>
            </a:prstGeom>
            <a:noFill/>
            <a:ln w="57150">
              <a:solidFill>
                <a:schemeClr val="tx2">
                  <a:lumMod val="50000"/>
                </a:schemeClr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da-DK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85"/>
            <p:cNvSpPr>
              <a:spLocks noChangeArrowheads="1"/>
            </p:cNvSpPr>
            <p:nvPr/>
          </p:nvSpPr>
          <p:spPr bwMode="auto">
            <a:xfrm flipH="1">
              <a:off x="1933556" y="4010043"/>
              <a:ext cx="1219200" cy="447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endParaRPr lang="da-DK" sz="16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9" name="Straight Arrow Connector 28"/>
          <p:cNvCxnSpPr>
            <a:stCxn id="25" idx="2"/>
            <a:endCxn id="13" idx="5"/>
          </p:cNvCxnSpPr>
          <p:nvPr/>
        </p:nvCxnSpPr>
        <p:spPr bwMode="auto">
          <a:xfrm flipH="1">
            <a:off x="6124556" y="3451501"/>
            <a:ext cx="155226" cy="470431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Line 82"/>
          <p:cNvSpPr>
            <a:spLocks noChangeShapeType="1"/>
          </p:cNvSpPr>
          <p:nvPr/>
        </p:nvSpPr>
        <p:spPr bwMode="auto">
          <a:xfrm>
            <a:off x="2438399" y="2403159"/>
            <a:ext cx="4529120" cy="1633074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da-DK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59"/>
          <p:cNvSpPr>
            <a:spLocks/>
          </p:cNvSpPr>
          <p:nvPr/>
        </p:nvSpPr>
        <p:spPr bwMode="auto">
          <a:xfrm>
            <a:off x="2314556" y="3921932"/>
            <a:ext cx="833438" cy="171450"/>
          </a:xfrm>
          <a:custGeom>
            <a:avLst/>
            <a:gdLst/>
            <a:ahLst/>
            <a:cxnLst>
              <a:cxn ang="0">
                <a:pos x="9" y="177"/>
              </a:cxn>
              <a:cxn ang="0">
                <a:pos x="0" y="132"/>
              </a:cxn>
              <a:cxn ang="0">
                <a:pos x="258" y="114"/>
              </a:cxn>
              <a:cxn ang="0">
                <a:pos x="423" y="66"/>
              </a:cxn>
              <a:cxn ang="0">
                <a:pos x="504" y="48"/>
              </a:cxn>
              <a:cxn ang="0">
                <a:pos x="582" y="0"/>
              </a:cxn>
              <a:cxn ang="0">
                <a:pos x="582" y="183"/>
              </a:cxn>
              <a:cxn ang="0">
                <a:pos x="9" y="182"/>
              </a:cxn>
              <a:cxn ang="0">
                <a:pos x="9" y="177"/>
              </a:cxn>
            </a:cxnLst>
            <a:rect l="0" t="0" r="r" b="b"/>
            <a:pathLst>
              <a:path w="582" h="183">
                <a:moveTo>
                  <a:pt x="9" y="177"/>
                </a:moveTo>
                <a:lnTo>
                  <a:pt x="0" y="132"/>
                </a:lnTo>
                <a:lnTo>
                  <a:pt x="258" y="114"/>
                </a:lnTo>
                <a:lnTo>
                  <a:pt x="423" y="66"/>
                </a:lnTo>
                <a:lnTo>
                  <a:pt x="504" y="48"/>
                </a:lnTo>
                <a:lnTo>
                  <a:pt x="582" y="0"/>
                </a:lnTo>
                <a:lnTo>
                  <a:pt x="582" y="183"/>
                </a:lnTo>
                <a:lnTo>
                  <a:pt x="9" y="182"/>
                </a:lnTo>
                <a:lnTo>
                  <a:pt x="9" y="177"/>
                </a:lnTo>
              </a:path>
            </a:pathLst>
          </a:custGeom>
          <a:solidFill>
            <a:srgbClr val="FF9900"/>
          </a:solidFill>
          <a:ln w="12700" cap="rnd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da-DK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78"/>
          <p:cNvSpPr>
            <a:spLocks noChangeArrowheads="1"/>
          </p:cNvSpPr>
          <p:nvPr/>
        </p:nvSpPr>
        <p:spPr bwMode="auto">
          <a:xfrm flipH="1">
            <a:off x="2438400" y="4742025"/>
            <a:ext cx="1219200" cy="36676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1.96</a:t>
            </a:r>
          </a:p>
        </p:txBody>
      </p:sp>
      <p:sp>
        <p:nvSpPr>
          <p:cNvPr id="33" name="Line 81"/>
          <p:cNvSpPr>
            <a:spLocks noChangeShapeType="1"/>
          </p:cNvSpPr>
          <p:nvPr/>
        </p:nvSpPr>
        <p:spPr bwMode="auto">
          <a:xfrm flipV="1">
            <a:off x="3081342" y="4259819"/>
            <a:ext cx="0" cy="514350"/>
          </a:xfrm>
          <a:prstGeom prst="line">
            <a:avLst/>
          </a:prstGeom>
          <a:noFill/>
          <a:ln w="57150">
            <a:solidFill>
              <a:schemeClr val="tx2">
                <a:lumMod val="50000"/>
              </a:schemeClr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da-DK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742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An </a:t>
            </a:r>
            <a:r>
              <a:rPr lang="da-DK" dirty="0" err="1"/>
              <a:t>example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898525" y="2469335"/>
            <a:ext cx="7310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 it’s your turn</a:t>
            </a:r>
            <a:endParaRPr lang="en-GB" sz="28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15397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lassisk kontor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s - Pi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Bildschirmpräsentation (16:9)</PresentationFormat>
  <Paragraphs>243</Paragraphs>
  <Slides>25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25</vt:i4>
      </vt:variant>
    </vt:vector>
  </HeadingPairs>
  <TitlesOfParts>
    <vt:vector size="37" baseType="lpstr">
      <vt:lpstr>MS Gothic</vt:lpstr>
      <vt:lpstr>宋体</vt:lpstr>
      <vt:lpstr>Arial</vt:lpstr>
      <vt:lpstr>Calibri</vt:lpstr>
      <vt:lpstr>Monotype Sorts</vt:lpstr>
      <vt:lpstr>SourceSansPro</vt:lpstr>
      <vt:lpstr>Symbol</vt:lpstr>
      <vt:lpstr>Times New Roman</vt:lpstr>
      <vt:lpstr>Wingdings</vt:lpstr>
      <vt:lpstr>Title Slides</vt:lpstr>
      <vt:lpstr>Content Slides</vt:lpstr>
      <vt:lpstr>Content Slides - Picture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CBS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CBS EA</dc:creator>
  <cp:lastModifiedBy>Kiefner, Valentin</cp:lastModifiedBy>
  <cp:revision>272</cp:revision>
  <dcterms:created xsi:type="dcterms:W3CDTF">2013-11-09T16:46:18Z</dcterms:created>
  <dcterms:modified xsi:type="dcterms:W3CDTF">2022-05-19T15:08:03Z</dcterms:modified>
</cp:coreProperties>
</file>