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  <p:sldMasterId id="2147483684" r:id="rId2"/>
    <p:sldMasterId id="2147483689" r:id="rId3"/>
  </p:sldMasterIdLst>
  <p:notesMasterIdLst>
    <p:notesMasterId r:id="rId44"/>
  </p:notesMasterIdLst>
  <p:handoutMasterIdLst>
    <p:handoutMasterId r:id="rId45"/>
  </p:handoutMasterIdLst>
  <p:sldIdLst>
    <p:sldId id="256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7" r:id="rId37"/>
    <p:sldId id="298" r:id="rId38"/>
    <p:sldId id="299" r:id="rId39"/>
    <p:sldId id="300" r:id="rId40"/>
    <p:sldId id="301" r:id="rId41"/>
    <p:sldId id="302" r:id="rId42"/>
    <p:sldId id="303" r:id="rId43"/>
  </p:sldIdLst>
  <p:sldSz cx="9144000" cy="5143500" type="screen16x9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>
          <p15:clr>
            <a:srgbClr val="A4A3A4"/>
          </p15:clr>
        </p15:guide>
        <p15:guide id="2" orient="horz" pos="3048">
          <p15:clr>
            <a:srgbClr val="A4A3A4"/>
          </p15:clr>
        </p15:guide>
        <p15:guide id="3" pos="5183">
          <p15:clr>
            <a:srgbClr val="A4A3A4"/>
          </p15:clr>
        </p15:guide>
        <p15:guide id="4" pos="579">
          <p15:clr>
            <a:srgbClr val="A4A3A4"/>
          </p15:clr>
        </p15:guide>
        <p15:guide id="5" pos="5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7A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4" autoAdjust="0"/>
    <p:restoredTop sz="95618" autoAdjust="0"/>
  </p:normalViewPr>
  <p:slideViewPr>
    <p:cSldViewPr snapToGrid="0" snapToObjects="1" showGuides="1">
      <p:cViewPr varScale="1">
        <p:scale>
          <a:sx n="159" d="100"/>
          <a:sy n="159" d="100"/>
        </p:scale>
        <p:origin x="192" y="528"/>
      </p:cViewPr>
      <p:guideLst>
        <p:guide orient="horz" pos="192"/>
        <p:guide orient="horz" pos="3048"/>
        <p:guide pos="5183"/>
        <p:guide pos="579"/>
        <p:guide pos="5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2" d="100"/>
          <a:sy n="82" d="100"/>
        </p:scale>
        <p:origin x="-3180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ata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ata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ata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_rels/drawing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D97419-8017-4C79-895A-C478F9DB7522}" type="doc">
      <dgm:prSet loTypeId="urn:microsoft.com/office/officeart/2005/8/layout/chevron2" loCatId="process" qsTypeId="urn:microsoft.com/office/officeart/2005/8/quickstyle/simple3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2DAE54D9-7DEA-4C10-B7D7-899FEFD06AAB}">
      <dgm:prSet phldrT="[Text]" custT="1"/>
      <dgm:spPr>
        <a:xfrm rot="5400000">
          <a:off x="1034022" y="2169616"/>
          <a:ext cx="767953" cy="537567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2</a:t>
          </a:r>
        </a:p>
      </dgm:t>
    </dgm:pt>
    <dgm:pt modelId="{E667C121-9040-47B0-9ECC-6DA7A0F5959B}" type="parTrans" cxnId="{E7E7A3D5-E48D-49AB-A28E-D475E2C96008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124079-6288-424F-BB42-5A076D045352}" type="sibTrans" cxnId="{E7E7A3D5-E48D-49AB-A28E-D475E2C96008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7705E4-E60B-496F-B6A7-E4E4AA939458}">
      <dgm:prSet phldrT="[Text]" custT="1"/>
      <dgm:spPr>
        <a:xfrm rot="5400000">
          <a:off x="4223446" y="-300169"/>
          <a:ext cx="499169" cy="5208355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Develop measures</a:t>
          </a:r>
        </a:p>
      </dgm:t>
    </dgm:pt>
    <dgm:pt modelId="{6A78D205-DBE0-41C8-A548-A69497E52E9D}" type="parTrans" cxnId="{CC11CF59-2921-4D4C-9EAC-3DFFE67F52B5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F54E8F-5849-4139-A3D0-A6D88B190FC4}" type="sibTrans" cxnId="{CC11CF59-2921-4D4C-9EAC-3DFFE67F52B5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D0EE9D-A0DA-40E8-B6EC-96B921C9A057}">
      <dgm:prSet custT="1"/>
      <dgm:spPr>
        <a:xfrm rot="5400000">
          <a:off x="1034022" y="1486017"/>
          <a:ext cx="767953" cy="537567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1</a:t>
          </a:r>
        </a:p>
      </dgm:t>
    </dgm:pt>
    <dgm:pt modelId="{070A9F7E-8857-45F5-A5BF-5C55EABF5FB8}" type="parTrans" cxnId="{DF2A3A9E-E994-45CF-85CB-5C1B69EC85A4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BBBBD0-3693-48B5-9CD5-7066CE0A074F}" type="sibTrans" cxnId="{DF2A3A9E-E994-45CF-85CB-5C1B69EC85A4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CFD342-CC4F-4EE1-BAF5-FD3F48B9BE68}">
      <dgm:prSet custT="1"/>
      <dgm:spPr>
        <a:xfrm rot="5400000">
          <a:off x="4223446" y="-983768"/>
          <a:ext cx="499169" cy="5208355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Establish analysis design</a:t>
          </a:r>
        </a:p>
      </dgm:t>
    </dgm:pt>
    <dgm:pt modelId="{BA684C3F-6BF8-4E40-B1ED-59AB26AF5150}" type="parTrans" cxnId="{66AF6109-CA07-48C4-9555-B5CD53A9E2BB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686A05-A7B4-45AA-84A2-A47A6496E305}" type="sibTrans" cxnId="{66AF6109-CA07-48C4-9555-B5CD53A9E2BB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6D6E29-8B59-498C-A1EE-4118AC54D97A}">
      <dgm:prSet custT="1"/>
      <dgm:spPr>
        <a:xfrm rot="5400000">
          <a:off x="1034022" y="2853215"/>
          <a:ext cx="767953" cy="537567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3</a:t>
          </a:r>
        </a:p>
      </dgm:t>
    </dgm:pt>
    <dgm:pt modelId="{188120A3-7A89-4957-9AE9-6B059B352078}" type="parTrans" cxnId="{D9E8E091-2A82-4D16-B621-B3D574EE6CB1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93EA58-E49D-4955-8FAC-4E8FAE5D60DB}" type="sibTrans" cxnId="{D9E8E091-2A82-4D16-B621-B3D574EE6CB1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F55661-E719-4194-8AE6-FFE5DD5DB2E4}">
      <dgm:prSet custT="1"/>
      <dgm:spPr>
        <a:xfrm rot="5400000">
          <a:off x="1034022" y="3536814"/>
          <a:ext cx="767953" cy="537567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4</a:t>
          </a:r>
        </a:p>
      </dgm:t>
    </dgm:pt>
    <dgm:pt modelId="{69DD6761-FCAB-4E3F-B6F4-B9C4B8F41F00}" type="parTrans" cxnId="{6DE42A23-D6E5-467D-BE7E-F83398E7161A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C31A84-4D41-4C2D-A629-21445F48AF91}" type="sibTrans" cxnId="{6DE42A23-D6E5-467D-BE7E-F83398E7161A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96DC0A-4E5E-4CB5-9228-5378980A4048}">
      <dgm:prSet custT="1"/>
      <dgm:spPr>
        <a:xfrm rot="5400000">
          <a:off x="4223446" y="383429"/>
          <a:ext cx="499169" cy="5208355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Collect data</a:t>
          </a:r>
        </a:p>
      </dgm:t>
    </dgm:pt>
    <dgm:pt modelId="{31310959-9C7B-4181-AA9C-B733A50BFFA8}" type="parTrans" cxnId="{69F3BC47-A04F-4069-93D0-30FB3213A5AD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5BEAB5-BB88-4A69-B414-54CA9A921717}" type="sibTrans" cxnId="{69F3BC47-A04F-4069-93D0-30FB3213A5AD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94C8-4237-4B16-8ED3-28F889CC967B}">
      <dgm:prSet custT="1"/>
      <dgm:spPr>
        <a:xfrm rot="5400000">
          <a:off x="4223446" y="1067028"/>
          <a:ext cx="499169" cy="5208355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 err="1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Analyze</a:t>
          </a:r>
          <a:r>
            <a:rPr lang="en-GB" sz="20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 data</a:t>
          </a:r>
        </a:p>
      </dgm:t>
    </dgm:pt>
    <dgm:pt modelId="{7BA070C0-F776-4B0B-942A-5AD784FC261A}" type="parTrans" cxnId="{3E13EDB9-AF91-41C9-BF98-EBB4A0DE0407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F700E5-4BEA-4F19-99CA-970989D7A117}" type="sibTrans" cxnId="{3E13EDB9-AF91-41C9-BF98-EBB4A0DE0407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B16F5D-4B1E-4644-8C3A-ED1C8C04C8F3}">
      <dgm:prSet custT="1"/>
      <dgm:spPr>
        <a:xfrm rot="5400000">
          <a:off x="1034022" y="4220414"/>
          <a:ext cx="767953" cy="537567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5</a:t>
          </a:r>
        </a:p>
      </dgm:t>
    </dgm:pt>
    <dgm:pt modelId="{7F74A6B2-BABB-40CB-BF12-465FDC1DD310}" type="sibTrans" cxnId="{9C0D645E-F4E3-4371-9CBC-E218AB866C7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BBA03B-7379-42C4-AD81-2F47A1AC2E1C}" type="parTrans" cxnId="{9C0D645E-F4E3-4371-9CBC-E218AB866C7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F64902-E97A-4F15-B54D-0C90FC1EE835}">
      <dgm:prSet custT="1"/>
      <dgm:spPr>
        <a:xfrm rot="5400000">
          <a:off x="4223446" y="1750628"/>
          <a:ext cx="499169" cy="5208355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Write</a:t>
          </a:r>
        </a:p>
      </dgm:t>
    </dgm:pt>
    <dgm:pt modelId="{38951CB5-F120-4EB6-9851-879BE370B7A2}" type="sibTrans" cxnId="{95B1028F-91F8-4B2C-8FEF-FB26E08A05A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D6A9DE-20BB-4A23-90DB-E12028166B0F}" type="parTrans" cxnId="{95B1028F-91F8-4B2C-8FEF-FB26E08A05A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E1CE76-1880-4623-BA43-84073A605ABA}" type="pres">
      <dgm:prSet presAssocID="{D5D97419-8017-4C79-895A-C478F9DB7522}" presName="linearFlow" presStyleCnt="0">
        <dgm:presLayoutVars>
          <dgm:dir/>
          <dgm:animLvl val="lvl"/>
          <dgm:resizeHandles val="exact"/>
        </dgm:presLayoutVars>
      </dgm:prSet>
      <dgm:spPr/>
    </dgm:pt>
    <dgm:pt modelId="{2CFDC147-84CA-4162-9A8B-B11E6C0EFA51}" type="pres">
      <dgm:prSet presAssocID="{AFD0EE9D-A0DA-40E8-B6EC-96B921C9A057}" presName="composite" presStyleCnt="0"/>
      <dgm:spPr/>
    </dgm:pt>
    <dgm:pt modelId="{903DDDDC-14EF-4C08-A896-3BCE7EC52B5E}" type="pres">
      <dgm:prSet presAssocID="{AFD0EE9D-A0DA-40E8-B6EC-96B921C9A057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D869C47D-00C7-4A29-A6FB-8A82C1E1F1FF}" type="pres">
      <dgm:prSet presAssocID="{AFD0EE9D-A0DA-40E8-B6EC-96B921C9A057}" presName="descendantText" presStyleLbl="alignAcc1" presStyleIdx="0" presStyleCnt="5" custScaleX="67739">
        <dgm:presLayoutVars>
          <dgm:bulletEnabled val="1"/>
        </dgm:presLayoutVars>
      </dgm:prSet>
      <dgm:spPr/>
    </dgm:pt>
    <dgm:pt modelId="{00C71A3D-4D79-4C26-9970-8028E1AB1FDF}" type="pres">
      <dgm:prSet presAssocID="{ABBBBBD0-3693-48B5-9CD5-7066CE0A074F}" presName="sp" presStyleCnt="0"/>
      <dgm:spPr/>
    </dgm:pt>
    <dgm:pt modelId="{F44FEE5F-56A3-4745-9837-54C8CBE93E26}" type="pres">
      <dgm:prSet presAssocID="{2DAE54D9-7DEA-4C10-B7D7-899FEFD06AAB}" presName="composite" presStyleCnt="0"/>
      <dgm:spPr/>
    </dgm:pt>
    <dgm:pt modelId="{49ABFC06-8CAA-4390-BA28-BD0FB21852E4}" type="pres">
      <dgm:prSet presAssocID="{2DAE54D9-7DEA-4C10-B7D7-899FEFD06AAB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155F36B5-43C0-416C-93F8-356C83CB1B9C}" type="pres">
      <dgm:prSet presAssocID="{2DAE54D9-7DEA-4C10-B7D7-899FEFD06AAB}" presName="descendantText" presStyleLbl="alignAcc1" presStyleIdx="1" presStyleCnt="5" custScaleX="67739">
        <dgm:presLayoutVars>
          <dgm:bulletEnabled val="1"/>
        </dgm:presLayoutVars>
      </dgm:prSet>
      <dgm:spPr/>
    </dgm:pt>
    <dgm:pt modelId="{933EA5C8-D52A-41A5-955F-0645F78C4ADB}" type="pres">
      <dgm:prSet presAssocID="{72124079-6288-424F-BB42-5A076D045352}" presName="sp" presStyleCnt="0"/>
      <dgm:spPr/>
    </dgm:pt>
    <dgm:pt modelId="{08595E6C-8348-49BE-B2E3-2561403215D2}" type="pres">
      <dgm:prSet presAssocID="{8F6D6E29-8B59-498C-A1EE-4118AC54D97A}" presName="composite" presStyleCnt="0"/>
      <dgm:spPr/>
    </dgm:pt>
    <dgm:pt modelId="{46E21CA5-C8E2-402A-AC4F-46CC56CA4630}" type="pres">
      <dgm:prSet presAssocID="{8F6D6E29-8B59-498C-A1EE-4118AC54D97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9AF8CD92-BD2A-4F87-8F7E-C2D7B6EB1D86}" type="pres">
      <dgm:prSet presAssocID="{8F6D6E29-8B59-498C-A1EE-4118AC54D97A}" presName="descendantText" presStyleLbl="alignAcc1" presStyleIdx="2" presStyleCnt="5" custScaleX="67739">
        <dgm:presLayoutVars>
          <dgm:bulletEnabled val="1"/>
        </dgm:presLayoutVars>
      </dgm:prSet>
      <dgm:spPr/>
    </dgm:pt>
    <dgm:pt modelId="{8B19D601-4008-4D8F-A2A3-9A6795176097}" type="pres">
      <dgm:prSet presAssocID="{3E93EA58-E49D-4955-8FAC-4E8FAE5D60DB}" presName="sp" presStyleCnt="0"/>
      <dgm:spPr/>
    </dgm:pt>
    <dgm:pt modelId="{B4D4848A-0B99-439F-990E-A6035E7C9522}" type="pres">
      <dgm:prSet presAssocID="{3CF55661-E719-4194-8AE6-FFE5DD5DB2E4}" presName="composite" presStyleCnt="0"/>
      <dgm:spPr/>
    </dgm:pt>
    <dgm:pt modelId="{5ADBF579-05DE-4622-95EC-26745D4DD303}" type="pres">
      <dgm:prSet presAssocID="{3CF55661-E719-4194-8AE6-FFE5DD5DB2E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BAE97EE3-719A-4B07-8C6E-850E43355025}" type="pres">
      <dgm:prSet presAssocID="{3CF55661-E719-4194-8AE6-FFE5DD5DB2E4}" presName="descendantText" presStyleLbl="alignAcc1" presStyleIdx="3" presStyleCnt="5" custScaleX="67739">
        <dgm:presLayoutVars>
          <dgm:bulletEnabled val="1"/>
        </dgm:presLayoutVars>
      </dgm:prSet>
      <dgm:spPr/>
    </dgm:pt>
    <dgm:pt modelId="{065DE43F-5826-4786-94E3-14F1302918F3}" type="pres">
      <dgm:prSet presAssocID="{C6C31A84-4D41-4C2D-A629-21445F48AF91}" presName="sp" presStyleCnt="0"/>
      <dgm:spPr/>
    </dgm:pt>
    <dgm:pt modelId="{E883D845-BBA1-448D-A6B0-59CE4F784485}" type="pres">
      <dgm:prSet presAssocID="{83B16F5D-4B1E-4644-8C3A-ED1C8C04C8F3}" presName="composite" presStyleCnt="0"/>
      <dgm:spPr/>
    </dgm:pt>
    <dgm:pt modelId="{43AA569B-AB76-4D72-B1C0-724DA530A17B}" type="pres">
      <dgm:prSet presAssocID="{83B16F5D-4B1E-4644-8C3A-ED1C8C04C8F3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6B3ED616-FB59-4989-B81A-43A3374C04DA}" type="pres">
      <dgm:prSet presAssocID="{83B16F5D-4B1E-4644-8C3A-ED1C8C04C8F3}" presName="descendantText" presStyleLbl="alignAcc1" presStyleIdx="4" presStyleCnt="5" custScaleX="67739">
        <dgm:presLayoutVars>
          <dgm:bulletEnabled val="1"/>
        </dgm:presLayoutVars>
      </dgm:prSet>
      <dgm:spPr/>
    </dgm:pt>
  </dgm:ptLst>
  <dgm:cxnLst>
    <dgm:cxn modelId="{03BB5103-7521-42CB-B5DA-A523BB43D375}" type="presOf" srcId="{3CF55661-E719-4194-8AE6-FFE5DD5DB2E4}" destId="{5ADBF579-05DE-4622-95EC-26745D4DD303}" srcOrd="0" destOrd="0" presId="urn:microsoft.com/office/officeart/2005/8/layout/chevron2"/>
    <dgm:cxn modelId="{66AF6109-CA07-48C4-9555-B5CD53A9E2BB}" srcId="{AFD0EE9D-A0DA-40E8-B6EC-96B921C9A057}" destId="{3CCFD342-CC4F-4EE1-BAF5-FD3F48B9BE68}" srcOrd="0" destOrd="0" parTransId="{BA684C3F-6BF8-4E40-B1ED-59AB26AF5150}" sibTransId="{24686A05-A7B4-45AA-84A2-A47A6496E305}"/>
    <dgm:cxn modelId="{1C3C2F15-6FB9-46A4-8B79-3E60911FDF31}" type="presOf" srcId="{417705E4-E60B-496F-B6A7-E4E4AA939458}" destId="{155F36B5-43C0-416C-93F8-356C83CB1B9C}" srcOrd="0" destOrd="0" presId="urn:microsoft.com/office/officeart/2005/8/layout/chevron2"/>
    <dgm:cxn modelId="{6DE42A23-D6E5-467D-BE7E-F83398E7161A}" srcId="{D5D97419-8017-4C79-895A-C478F9DB7522}" destId="{3CF55661-E719-4194-8AE6-FFE5DD5DB2E4}" srcOrd="3" destOrd="0" parTransId="{69DD6761-FCAB-4E3F-B6F4-B9C4B8F41F00}" sibTransId="{C6C31A84-4D41-4C2D-A629-21445F48AF91}"/>
    <dgm:cxn modelId="{69F3BC47-A04F-4069-93D0-30FB3213A5AD}" srcId="{8F6D6E29-8B59-498C-A1EE-4118AC54D97A}" destId="{4496DC0A-4E5E-4CB5-9228-5378980A4048}" srcOrd="0" destOrd="0" parTransId="{31310959-9C7B-4181-AA9C-B733A50BFFA8}" sibTransId="{EA5BEAB5-BB88-4A69-B414-54CA9A921717}"/>
    <dgm:cxn modelId="{0EE80848-F940-47B9-A8E3-73693586B153}" type="presOf" srcId="{B1F64902-E97A-4F15-B54D-0C90FC1EE835}" destId="{6B3ED616-FB59-4989-B81A-43A3374C04DA}" srcOrd="0" destOrd="0" presId="urn:microsoft.com/office/officeart/2005/8/layout/chevron2"/>
    <dgm:cxn modelId="{A86E0E56-A46A-4D66-A4F0-AD80FB9D7520}" type="presOf" srcId="{83B16F5D-4B1E-4644-8C3A-ED1C8C04C8F3}" destId="{43AA569B-AB76-4D72-B1C0-724DA530A17B}" srcOrd="0" destOrd="0" presId="urn:microsoft.com/office/officeart/2005/8/layout/chevron2"/>
    <dgm:cxn modelId="{CC11CF59-2921-4D4C-9EAC-3DFFE67F52B5}" srcId="{2DAE54D9-7DEA-4C10-B7D7-899FEFD06AAB}" destId="{417705E4-E60B-496F-B6A7-E4E4AA939458}" srcOrd="0" destOrd="0" parTransId="{6A78D205-DBE0-41C8-A548-A69497E52E9D}" sibTransId="{E4F54E8F-5849-4139-A3D0-A6D88B190FC4}"/>
    <dgm:cxn modelId="{9C0D645E-F4E3-4371-9CBC-E218AB866C73}" srcId="{D5D97419-8017-4C79-895A-C478F9DB7522}" destId="{83B16F5D-4B1E-4644-8C3A-ED1C8C04C8F3}" srcOrd="4" destOrd="0" parTransId="{10BBA03B-7379-42C4-AD81-2F47A1AC2E1C}" sibTransId="{7F74A6B2-BABB-40CB-BF12-465FDC1DD310}"/>
    <dgm:cxn modelId="{C8B81676-AFDB-4C09-9A41-0364DB3AE900}" type="presOf" srcId="{D5D97419-8017-4C79-895A-C478F9DB7522}" destId="{0CE1CE76-1880-4623-BA43-84073A605ABA}" srcOrd="0" destOrd="0" presId="urn:microsoft.com/office/officeart/2005/8/layout/chevron2"/>
    <dgm:cxn modelId="{B96C6382-D7AF-4E37-9AFD-EFF38306C2AA}" type="presOf" srcId="{4496DC0A-4E5E-4CB5-9228-5378980A4048}" destId="{9AF8CD92-BD2A-4F87-8F7E-C2D7B6EB1D86}" srcOrd="0" destOrd="0" presId="urn:microsoft.com/office/officeart/2005/8/layout/chevron2"/>
    <dgm:cxn modelId="{61667488-8DFF-42B9-BFB0-7A7A63AD6DB5}" type="presOf" srcId="{86FA94C8-4237-4B16-8ED3-28F889CC967B}" destId="{BAE97EE3-719A-4B07-8C6E-850E43355025}" srcOrd="0" destOrd="0" presId="urn:microsoft.com/office/officeart/2005/8/layout/chevron2"/>
    <dgm:cxn modelId="{4FA2D28A-6907-48A0-BA8B-F59C26DF7B8D}" type="presOf" srcId="{AFD0EE9D-A0DA-40E8-B6EC-96B921C9A057}" destId="{903DDDDC-14EF-4C08-A896-3BCE7EC52B5E}" srcOrd="0" destOrd="0" presId="urn:microsoft.com/office/officeart/2005/8/layout/chevron2"/>
    <dgm:cxn modelId="{95B1028F-91F8-4B2C-8FEF-FB26E08A05A3}" srcId="{83B16F5D-4B1E-4644-8C3A-ED1C8C04C8F3}" destId="{B1F64902-E97A-4F15-B54D-0C90FC1EE835}" srcOrd="0" destOrd="0" parTransId="{D0D6A9DE-20BB-4A23-90DB-E12028166B0F}" sibTransId="{38951CB5-F120-4EB6-9851-879BE370B7A2}"/>
    <dgm:cxn modelId="{D9E8E091-2A82-4D16-B621-B3D574EE6CB1}" srcId="{D5D97419-8017-4C79-895A-C478F9DB7522}" destId="{8F6D6E29-8B59-498C-A1EE-4118AC54D97A}" srcOrd="2" destOrd="0" parTransId="{188120A3-7A89-4957-9AE9-6B059B352078}" sibTransId="{3E93EA58-E49D-4955-8FAC-4E8FAE5D60DB}"/>
    <dgm:cxn modelId="{DF2A3A9E-E994-45CF-85CB-5C1B69EC85A4}" srcId="{D5D97419-8017-4C79-895A-C478F9DB7522}" destId="{AFD0EE9D-A0DA-40E8-B6EC-96B921C9A057}" srcOrd="0" destOrd="0" parTransId="{070A9F7E-8857-45F5-A5BF-5C55EABF5FB8}" sibTransId="{ABBBBBD0-3693-48B5-9CD5-7066CE0A074F}"/>
    <dgm:cxn modelId="{3E13EDB9-AF91-41C9-BF98-EBB4A0DE0407}" srcId="{3CF55661-E719-4194-8AE6-FFE5DD5DB2E4}" destId="{86FA94C8-4237-4B16-8ED3-28F889CC967B}" srcOrd="0" destOrd="0" parTransId="{7BA070C0-F776-4B0B-942A-5AD784FC261A}" sibTransId="{3DF700E5-4BEA-4F19-99CA-970989D7A117}"/>
    <dgm:cxn modelId="{A98752CD-2606-4736-A020-3CBC30F63D61}" type="presOf" srcId="{8F6D6E29-8B59-498C-A1EE-4118AC54D97A}" destId="{46E21CA5-C8E2-402A-AC4F-46CC56CA4630}" srcOrd="0" destOrd="0" presId="urn:microsoft.com/office/officeart/2005/8/layout/chevron2"/>
    <dgm:cxn modelId="{E7E7A3D5-E48D-49AB-A28E-D475E2C96008}" srcId="{D5D97419-8017-4C79-895A-C478F9DB7522}" destId="{2DAE54D9-7DEA-4C10-B7D7-899FEFD06AAB}" srcOrd="1" destOrd="0" parTransId="{E667C121-9040-47B0-9ECC-6DA7A0F5959B}" sibTransId="{72124079-6288-424F-BB42-5A076D045352}"/>
    <dgm:cxn modelId="{F28B84FD-6268-4ADE-8FE0-5ECF46506F93}" type="presOf" srcId="{2DAE54D9-7DEA-4C10-B7D7-899FEFD06AAB}" destId="{49ABFC06-8CAA-4390-BA28-BD0FB21852E4}" srcOrd="0" destOrd="0" presId="urn:microsoft.com/office/officeart/2005/8/layout/chevron2"/>
    <dgm:cxn modelId="{FD4B0DFF-EEE1-4201-8205-22F1878F0A35}" type="presOf" srcId="{3CCFD342-CC4F-4EE1-BAF5-FD3F48B9BE68}" destId="{D869C47D-00C7-4A29-A6FB-8A82C1E1F1FF}" srcOrd="0" destOrd="0" presId="urn:microsoft.com/office/officeart/2005/8/layout/chevron2"/>
    <dgm:cxn modelId="{6516A849-4311-4CC1-9F03-CB42F6FFF9F9}" type="presParOf" srcId="{0CE1CE76-1880-4623-BA43-84073A605ABA}" destId="{2CFDC147-84CA-4162-9A8B-B11E6C0EFA51}" srcOrd="0" destOrd="0" presId="urn:microsoft.com/office/officeart/2005/8/layout/chevron2"/>
    <dgm:cxn modelId="{951CA61C-8BF3-4715-B466-5E4B8569AE61}" type="presParOf" srcId="{2CFDC147-84CA-4162-9A8B-B11E6C0EFA51}" destId="{903DDDDC-14EF-4C08-A896-3BCE7EC52B5E}" srcOrd="0" destOrd="0" presId="urn:microsoft.com/office/officeart/2005/8/layout/chevron2"/>
    <dgm:cxn modelId="{A147BDF5-F793-41B3-88B2-197E87490A81}" type="presParOf" srcId="{2CFDC147-84CA-4162-9A8B-B11E6C0EFA51}" destId="{D869C47D-00C7-4A29-A6FB-8A82C1E1F1FF}" srcOrd="1" destOrd="0" presId="urn:microsoft.com/office/officeart/2005/8/layout/chevron2"/>
    <dgm:cxn modelId="{02F91346-42F5-47FB-B15D-2A62904EDC36}" type="presParOf" srcId="{0CE1CE76-1880-4623-BA43-84073A605ABA}" destId="{00C71A3D-4D79-4C26-9970-8028E1AB1FDF}" srcOrd="1" destOrd="0" presId="urn:microsoft.com/office/officeart/2005/8/layout/chevron2"/>
    <dgm:cxn modelId="{2B20C4A5-ED44-4963-B452-FE5577E8E160}" type="presParOf" srcId="{0CE1CE76-1880-4623-BA43-84073A605ABA}" destId="{F44FEE5F-56A3-4745-9837-54C8CBE93E26}" srcOrd="2" destOrd="0" presId="urn:microsoft.com/office/officeart/2005/8/layout/chevron2"/>
    <dgm:cxn modelId="{72FB287D-4808-4F65-AC09-1C09E326E6BE}" type="presParOf" srcId="{F44FEE5F-56A3-4745-9837-54C8CBE93E26}" destId="{49ABFC06-8CAA-4390-BA28-BD0FB21852E4}" srcOrd="0" destOrd="0" presId="urn:microsoft.com/office/officeart/2005/8/layout/chevron2"/>
    <dgm:cxn modelId="{7F9BF554-2CB3-46CC-92A4-F4DD34ADA73A}" type="presParOf" srcId="{F44FEE5F-56A3-4745-9837-54C8CBE93E26}" destId="{155F36B5-43C0-416C-93F8-356C83CB1B9C}" srcOrd="1" destOrd="0" presId="urn:microsoft.com/office/officeart/2005/8/layout/chevron2"/>
    <dgm:cxn modelId="{1E8325B3-C2A0-49FB-A893-501852F76703}" type="presParOf" srcId="{0CE1CE76-1880-4623-BA43-84073A605ABA}" destId="{933EA5C8-D52A-41A5-955F-0645F78C4ADB}" srcOrd="3" destOrd="0" presId="urn:microsoft.com/office/officeart/2005/8/layout/chevron2"/>
    <dgm:cxn modelId="{6CBA9EB5-5E7A-4D72-9A9D-DA6658E3DE0A}" type="presParOf" srcId="{0CE1CE76-1880-4623-BA43-84073A605ABA}" destId="{08595E6C-8348-49BE-B2E3-2561403215D2}" srcOrd="4" destOrd="0" presId="urn:microsoft.com/office/officeart/2005/8/layout/chevron2"/>
    <dgm:cxn modelId="{3150C6F1-724E-441F-9C54-01BEE4CF72CE}" type="presParOf" srcId="{08595E6C-8348-49BE-B2E3-2561403215D2}" destId="{46E21CA5-C8E2-402A-AC4F-46CC56CA4630}" srcOrd="0" destOrd="0" presId="urn:microsoft.com/office/officeart/2005/8/layout/chevron2"/>
    <dgm:cxn modelId="{EEC2F5DA-3FCF-4CCF-8306-9601CDA7FFED}" type="presParOf" srcId="{08595E6C-8348-49BE-B2E3-2561403215D2}" destId="{9AF8CD92-BD2A-4F87-8F7E-C2D7B6EB1D86}" srcOrd="1" destOrd="0" presId="urn:microsoft.com/office/officeart/2005/8/layout/chevron2"/>
    <dgm:cxn modelId="{6DE18B1D-AFAC-49E1-A100-0694110CC0FA}" type="presParOf" srcId="{0CE1CE76-1880-4623-BA43-84073A605ABA}" destId="{8B19D601-4008-4D8F-A2A3-9A6795176097}" srcOrd="5" destOrd="0" presId="urn:microsoft.com/office/officeart/2005/8/layout/chevron2"/>
    <dgm:cxn modelId="{5854BC27-B606-4CCC-A7FD-C5891D77F5C9}" type="presParOf" srcId="{0CE1CE76-1880-4623-BA43-84073A605ABA}" destId="{B4D4848A-0B99-439F-990E-A6035E7C9522}" srcOrd="6" destOrd="0" presId="urn:microsoft.com/office/officeart/2005/8/layout/chevron2"/>
    <dgm:cxn modelId="{7B154A86-C4C6-496F-82D7-122F51F82DE2}" type="presParOf" srcId="{B4D4848A-0B99-439F-990E-A6035E7C9522}" destId="{5ADBF579-05DE-4622-95EC-26745D4DD303}" srcOrd="0" destOrd="0" presId="urn:microsoft.com/office/officeart/2005/8/layout/chevron2"/>
    <dgm:cxn modelId="{A72B71EB-3664-4116-BB9B-80B6F36FE72F}" type="presParOf" srcId="{B4D4848A-0B99-439F-990E-A6035E7C9522}" destId="{BAE97EE3-719A-4B07-8C6E-850E43355025}" srcOrd="1" destOrd="0" presId="urn:microsoft.com/office/officeart/2005/8/layout/chevron2"/>
    <dgm:cxn modelId="{C2575CA7-3BEF-41C4-AB59-B9792CF6DD1A}" type="presParOf" srcId="{0CE1CE76-1880-4623-BA43-84073A605ABA}" destId="{065DE43F-5826-4786-94E3-14F1302918F3}" srcOrd="7" destOrd="0" presId="urn:microsoft.com/office/officeart/2005/8/layout/chevron2"/>
    <dgm:cxn modelId="{0A899F25-6D30-4454-AE45-4FDCE963C641}" type="presParOf" srcId="{0CE1CE76-1880-4623-BA43-84073A605ABA}" destId="{E883D845-BBA1-448D-A6B0-59CE4F784485}" srcOrd="8" destOrd="0" presId="urn:microsoft.com/office/officeart/2005/8/layout/chevron2"/>
    <dgm:cxn modelId="{3A099AA0-3807-47FE-ACF6-AE1A6E7E599F}" type="presParOf" srcId="{E883D845-BBA1-448D-A6B0-59CE4F784485}" destId="{43AA569B-AB76-4D72-B1C0-724DA530A17B}" srcOrd="0" destOrd="0" presId="urn:microsoft.com/office/officeart/2005/8/layout/chevron2"/>
    <dgm:cxn modelId="{5311E672-ADE2-403E-9912-3B065FC98665}" type="presParOf" srcId="{E883D845-BBA1-448D-A6B0-59CE4F784485}" destId="{6B3ED616-FB59-4989-B81A-43A3374C04D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6EA5CA-730F-4473-9B73-830E710B4A5B}" type="doc">
      <dgm:prSet loTypeId="urn:microsoft.com/office/officeart/2005/8/layout/orgChart1" loCatId="hierarchy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GB"/>
        </a:p>
      </dgm:t>
    </dgm:pt>
    <dgm:pt modelId="{C5ADA222-9D9A-4CE6-839D-E23E6DCF3598}">
      <dgm:prSet phldrT="[Text]" custT="1"/>
      <dgm:spPr>
        <a:xfrm>
          <a:off x="4229876" y="557329"/>
          <a:ext cx="1637521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400" b="1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Data</a:t>
          </a:r>
        </a:p>
      </dgm:t>
    </dgm:pt>
    <dgm:pt modelId="{8ED111A1-4A11-4EE2-A8BE-ADE3E03A605E}" type="parTrans" cxnId="{A2C96F3F-EEAB-4CD0-BDE2-4F8719B1BECD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EF1A0B-4710-483D-8438-79BAD175E7F2}" type="sibTrans" cxnId="{A2C96F3F-EEAB-4CD0-BDE2-4F8719B1BECD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E6A497-14D6-4257-AD9E-EAF0F2399A1B}">
      <dgm:prSet phldrT="[Text]" custT="1"/>
      <dgm:spPr>
        <a:xfrm>
          <a:off x="1880743" y="1270299"/>
          <a:ext cx="1526538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400" b="1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Primary data</a:t>
          </a:r>
        </a:p>
      </dgm:t>
    </dgm:pt>
    <dgm:pt modelId="{4035F29A-6547-40E1-A4BB-DE9C93F08438}" type="parTrans" cxnId="{CABE72B2-40CD-4F3E-99F0-5BF646B2B774}">
      <dgm:prSet/>
      <dgm:spPr>
        <a:xfrm>
          <a:off x="2644012" y="1059421"/>
          <a:ext cx="2404624" cy="210878"/>
        </a:xfrm>
        <a:custGeom>
          <a:avLst/>
          <a:gdLst/>
          <a:ahLst/>
          <a:cxnLst/>
          <a:rect l="0" t="0" r="0" b="0"/>
          <a:pathLst>
            <a:path>
              <a:moveTo>
                <a:pt x="2404624" y="0"/>
              </a:moveTo>
              <a:lnTo>
                <a:pt x="2404624" y="105439"/>
              </a:lnTo>
              <a:lnTo>
                <a:pt x="0" y="105439"/>
              </a:lnTo>
              <a:lnTo>
                <a:pt x="0" y="210878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3DA928-ED53-4F34-9DE2-3457921ECD5E}" type="sibTrans" cxnId="{CABE72B2-40CD-4F3E-99F0-5BF646B2B774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1388F6-A561-4398-AA13-BA496EE8D225}">
      <dgm:prSet phldrT="[Text]" custT="1"/>
      <dgm:spPr>
        <a:xfrm>
          <a:off x="6400797" y="1270299"/>
          <a:ext cx="1892834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400" b="1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Secondary data</a:t>
          </a:r>
        </a:p>
      </dgm:t>
    </dgm:pt>
    <dgm:pt modelId="{B70B9120-0527-42C6-B311-79D62A7CEB5B}" type="parTrans" cxnId="{199D2F45-75AC-4A6A-BFA9-570A8C0FEBCB}">
      <dgm:prSet/>
      <dgm:spPr>
        <a:xfrm>
          <a:off x="5048637" y="1059421"/>
          <a:ext cx="2298577" cy="2108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439"/>
              </a:lnTo>
              <a:lnTo>
                <a:pt x="2298577" y="105439"/>
              </a:lnTo>
              <a:lnTo>
                <a:pt x="2298577" y="210878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322895-448E-46EB-B7FF-4A10BF408E5E}" type="sibTrans" cxnId="{199D2F45-75AC-4A6A-BFA9-570A8C0FEBCB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CA62C5-AC02-43EC-9E5E-454CDC37D5FE}">
      <dgm:prSet custT="1"/>
      <dgm:spPr>
        <a:xfrm>
          <a:off x="4417320" y="2160874"/>
          <a:ext cx="1221478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1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experiment</a:t>
          </a:r>
        </a:p>
      </dgm:t>
    </dgm:pt>
    <dgm:pt modelId="{6EB5EDE0-3B27-40F3-9FD8-568096A92CED}" type="parTrans" cxnId="{C365D62D-435C-4854-BD4D-46BEC693C867}">
      <dgm:prSet/>
      <dgm:spPr>
        <a:xfrm>
          <a:off x="2644012" y="1772390"/>
          <a:ext cx="2384046" cy="388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044"/>
              </a:lnTo>
              <a:lnTo>
                <a:pt x="2384046" y="283044"/>
              </a:lnTo>
              <a:lnTo>
                <a:pt x="2384046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314A0B-4851-4DE8-8364-A2783AD35373}" type="sibTrans" cxnId="{C365D62D-435C-4854-BD4D-46BEC693C867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14483E-3CF1-42D4-A1AB-E17D229E13CB}">
      <dgm:prSet custT="1"/>
      <dgm:spPr>
        <a:xfrm>
          <a:off x="1395601" y="2160874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1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survey</a:t>
          </a:r>
        </a:p>
      </dgm:t>
    </dgm:pt>
    <dgm:pt modelId="{56CF0D81-AB35-4109-BFE9-9D2FA699F80E}" type="parTrans" cxnId="{FB93CEEC-A712-496F-9FEE-63D66E37EA56}">
      <dgm:prSet/>
      <dgm:spPr>
        <a:xfrm>
          <a:off x="1897692" y="1772390"/>
          <a:ext cx="746320" cy="388483"/>
        </a:xfrm>
        <a:custGeom>
          <a:avLst/>
          <a:gdLst/>
          <a:ahLst/>
          <a:cxnLst/>
          <a:rect l="0" t="0" r="0" b="0"/>
          <a:pathLst>
            <a:path>
              <a:moveTo>
                <a:pt x="746320" y="0"/>
              </a:moveTo>
              <a:lnTo>
                <a:pt x="746320" y="283044"/>
              </a:lnTo>
              <a:lnTo>
                <a:pt x="0" y="283044"/>
              </a:lnTo>
              <a:lnTo>
                <a:pt x="0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F1915D-931A-4368-B39E-00E257259E95}" type="sibTrans" cxnId="{FB93CEEC-A712-496F-9FEE-63D66E37EA56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2F5B45-7A7B-4D32-B759-6DF04DF1A77A}">
      <dgm:prSet custT="1"/>
      <dgm:spPr>
        <a:xfrm>
          <a:off x="609827" y="3026846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rather quantitative</a:t>
          </a:r>
        </a:p>
      </dgm:t>
    </dgm:pt>
    <dgm:pt modelId="{72596BEB-8F9C-45C7-BBF1-A8C9F341EB0E}" type="parTrans" cxnId="{6174FE1C-829D-4E36-BDE1-914FC429F21A}">
      <dgm:prSet/>
      <dgm:spPr>
        <a:xfrm>
          <a:off x="1111919" y="2662965"/>
          <a:ext cx="785773" cy="363880"/>
        </a:xfrm>
        <a:custGeom>
          <a:avLst/>
          <a:gdLst/>
          <a:ahLst/>
          <a:cxnLst/>
          <a:rect l="0" t="0" r="0" b="0"/>
          <a:pathLst>
            <a:path>
              <a:moveTo>
                <a:pt x="785773" y="0"/>
              </a:moveTo>
              <a:lnTo>
                <a:pt x="785773" y="258441"/>
              </a:lnTo>
              <a:lnTo>
                <a:pt x="0" y="258441"/>
              </a:lnTo>
              <a:lnTo>
                <a:pt x="0" y="363880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6F99EA-20A3-402C-9D4D-64CDF2DC8461}" type="sibTrans" cxnId="{6174FE1C-829D-4E36-BDE1-914FC429F21A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6DFC98-4953-4AB0-8063-C84B97C2E203}">
      <dgm:prSet custT="1"/>
      <dgm:spPr>
        <a:xfrm>
          <a:off x="6172200" y="2160874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1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Internal data</a:t>
          </a:r>
        </a:p>
      </dgm:t>
    </dgm:pt>
    <dgm:pt modelId="{E6D25A47-327D-45E0-8FAA-EEA5BCD54D79}" type="parTrans" cxnId="{5EE413C5-1A91-41A9-BDBE-6AE373E9874C}">
      <dgm:prSet/>
      <dgm:spPr>
        <a:xfrm>
          <a:off x="6674291" y="1772390"/>
          <a:ext cx="672923" cy="388483"/>
        </a:xfrm>
        <a:custGeom>
          <a:avLst/>
          <a:gdLst/>
          <a:ahLst/>
          <a:cxnLst/>
          <a:rect l="0" t="0" r="0" b="0"/>
          <a:pathLst>
            <a:path>
              <a:moveTo>
                <a:pt x="672923" y="0"/>
              </a:moveTo>
              <a:lnTo>
                <a:pt x="672923" y="283044"/>
              </a:lnTo>
              <a:lnTo>
                <a:pt x="0" y="283044"/>
              </a:lnTo>
              <a:lnTo>
                <a:pt x="0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414A92-BE31-4500-AE3C-824D4288B312}" type="sibTrans" cxnId="{5EE413C5-1A91-41A9-BDBE-6AE373E9874C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D4500C-521B-4475-A859-C9561C087B49}">
      <dgm:prSet custT="1"/>
      <dgm:spPr>
        <a:xfrm>
          <a:off x="7505474" y="2160874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1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External data</a:t>
          </a:r>
        </a:p>
      </dgm:t>
    </dgm:pt>
    <dgm:pt modelId="{83C10FEB-19E1-4CBA-A635-83A0C0D9513E}" type="parTrans" cxnId="{85A76644-2501-4D28-9BB6-37F0AFED16D2}">
      <dgm:prSet/>
      <dgm:spPr>
        <a:xfrm>
          <a:off x="7347214" y="1772390"/>
          <a:ext cx="660350" cy="388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044"/>
              </a:lnTo>
              <a:lnTo>
                <a:pt x="660350" y="283044"/>
              </a:lnTo>
              <a:lnTo>
                <a:pt x="660350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15AD44-32F4-45F0-A1C7-70033E9373CA}" type="sibTrans" cxnId="{85A76644-2501-4D28-9BB6-37F0AFED16D2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E452DA4-59C2-4A9B-9D90-79A860A1DD81}">
      <dgm:prSet custT="1"/>
      <dgm:spPr>
        <a:xfrm>
          <a:off x="7756519" y="3035517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public</a:t>
          </a:r>
        </a:p>
      </dgm:t>
    </dgm:pt>
    <dgm:pt modelId="{AC1E45E0-FE8B-480C-816B-4CC7B9F32F7A}" type="parTrans" cxnId="{5A5A521A-2F5F-4A53-AE26-54EB3166241C}">
      <dgm:prSet/>
      <dgm:spPr>
        <a:xfrm>
          <a:off x="7605892" y="2662965"/>
          <a:ext cx="150627" cy="6235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597"/>
              </a:lnTo>
              <a:lnTo>
                <a:pt x="150627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9CCE21-04C5-429E-AF8C-EBB4C8531B2A}" type="sibTrans" cxnId="{5A5A521A-2F5F-4A53-AE26-54EB3166241C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381B05-0506-41B5-8F8C-0635DAA8A1C4}">
      <dgm:prSet custT="1"/>
      <dgm:spPr>
        <a:xfrm>
          <a:off x="7756519" y="3748487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commercial</a:t>
          </a:r>
        </a:p>
      </dgm:t>
    </dgm:pt>
    <dgm:pt modelId="{05F12A86-800C-46FC-8C8F-BEF71F5A7F90}" type="parTrans" cxnId="{BC4F5023-92A1-4C89-B708-8675A1C58A12}">
      <dgm:prSet/>
      <dgm:spPr>
        <a:xfrm>
          <a:off x="7605892" y="2662965"/>
          <a:ext cx="150627" cy="1336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567"/>
              </a:lnTo>
              <a:lnTo>
                <a:pt x="150627" y="133656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70B2B3-4348-465E-96EE-FF4B29EB8530}" type="sibTrans" cxnId="{BC4F5023-92A1-4C89-B708-8675A1C58A12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53D5F-F81D-412B-85C2-1DCE9A3FD147}">
      <dgm:prSet custT="1"/>
      <dgm:spPr>
        <a:xfrm>
          <a:off x="2743196" y="2160874"/>
          <a:ext cx="1305066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1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observation</a:t>
          </a:r>
        </a:p>
      </dgm:t>
    </dgm:pt>
    <dgm:pt modelId="{1A1E79E0-BA90-4888-AFC2-B1CEA7786E67}" type="parTrans" cxnId="{548A904C-1DFB-49F3-8CE5-A545803A39F0}">
      <dgm:prSet/>
      <dgm:spPr>
        <a:xfrm>
          <a:off x="2644012" y="1772390"/>
          <a:ext cx="751717" cy="388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044"/>
              </a:lnTo>
              <a:lnTo>
                <a:pt x="751717" y="283044"/>
              </a:lnTo>
              <a:lnTo>
                <a:pt x="751717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932844-B9FF-4AA8-8970-FE68B3ABC00F}" type="sibTrans" cxnId="{548A904C-1DFB-49F3-8CE5-A545803A39F0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E45414-4AE5-43D6-A9AC-AFC8F20A7D0F}">
      <dgm:prSet custT="1"/>
      <dgm:spPr>
        <a:xfrm>
          <a:off x="4787017" y="3035517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laboratory</a:t>
          </a:r>
        </a:p>
      </dgm:t>
    </dgm:pt>
    <dgm:pt modelId="{6AAEE6B5-87C8-4924-B053-6A2DECCD5A63}" type="parTrans" cxnId="{CF85D7AB-71EB-4B47-B9C1-EF67696D1172}">
      <dgm:prSet/>
      <dgm:spPr>
        <a:xfrm>
          <a:off x="4539468" y="2662965"/>
          <a:ext cx="247549" cy="6235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597"/>
              </a:lnTo>
              <a:lnTo>
                <a:pt x="247549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08859C-952F-462C-B069-7747A7EBD39D}" type="sibTrans" cxnId="{CF85D7AB-71EB-4B47-B9C1-EF67696D1172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97FC00-F096-4F6C-873B-54345F95855A}">
      <dgm:prSet custT="1"/>
      <dgm:spPr>
        <a:xfrm>
          <a:off x="4787017" y="3748487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field</a:t>
          </a:r>
        </a:p>
      </dgm:t>
    </dgm:pt>
    <dgm:pt modelId="{2F687793-0128-49B3-A167-4FF1F8B7FF98}" type="parTrans" cxnId="{4E15355D-C10A-44EF-B2EF-AF05C2C919BE}">
      <dgm:prSet/>
      <dgm:spPr>
        <a:xfrm>
          <a:off x="4539468" y="2662965"/>
          <a:ext cx="247549" cy="1336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567"/>
              </a:lnTo>
              <a:lnTo>
                <a:pt x="247549" y="133656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CA2DCE-429A-478D-9291-0DBF04760B09}" type="sibTrans" cxnId="{4E15355D-C10A-44EF-B2EF-AF05C2C919BE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F3841B-11F8-44B1-B051-0DDD11820F15}">
      <dgm:prSet custT="1"/>
      <dgm:spPr>
        <a:xfrm>
          <a:off x="2577223" y="3026846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rather qualitative</a:t>
          </a:r>
        </a:p>
      </dgm:t>
    </dgm:pt>
    <dgm:pt modelId="{E4AACCE4-B974-436C-ADC5-0069D391F7AB}" type="parTrans" cxnId="{5A503E64-5A1B-422E-95FE-FFED511A1E8E}">
      <dgm:prSet/>
      <dgm:spPr>
        <a:xfrm>
          <a:off x="1897692" y="2662965"/>
          <a:ext cx="1181622" cy="363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441"/>
              </a:lnTo>
              <a:lnTo>
                <a:pt x="1181622" y="258441"/>
              </a:lnTo>
              <a:lnTo>
                <a:pt x="1181622" y="363880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C6A493-E5BE-47F6-82F7-2BA607E743EE}" type="sibTrans" cxnId="{5A503E64-5A1B-422E-95FE-FFED511A1E8E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19C30D-7744-4A05-8AA5-316F3D8AEBD0}">
      <dgm:prSet custT="1"/>
      <dgm:spPr>
        <a:xfrm>
          <a:off x="2805815" y="3903216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Depth interview</a:t>
          </a:r>
        </a:p>
      </dgm:t>
    </dgm:pt>
    <dgm:pt modelId="{DF317BB9-92F0-4BA3-A206-33976E2A0E9D}" type="parTrans" cxnId="{18C933CD-8DB7-4AF3-9D6E-41965A49ACDD}">
      <dgm:prSet/>
      <dgm:spPr>
        <a:xfrm>
          <a:off x="2677641" y="3528937"/>
          <a:ext cx="128173" cy="6253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324"/>
              </a:lnTo>
              <a:lnTo>
                <a:pt x="128173" y="625324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9A3E44-4739-416F-B966-AB020C41B0FC}" type="sibTrans" cxnId="{18C933CD-8DB7-4AF3-9D6E-41965A49ACDD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8F9674-66B5-42CA-B39D-D5BB198B9CC6}">
      <dgm:prSet custT="1"/>
      <dgm:spPr>
        <a:xfrm>
          <a:off x="2805815" y="4603308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Focus group</a:t>
          </a:r>
        </a:p>
      </dgm:t>
    </dgm:pt>
    <dgm:pt modelId="{2CC03BBF-5BA2-4340-B0A8-06FC19EC4EA5}" type="parTrans" cxnId="{42685CCE-3C33-4BE0-8DF1-322E07DB0B0E}">
      <dgm:prSet/>
      <dgm:spPr>
        <a:xfrm>
          <a:off x="2677641" y="3528937"/>
          <a:ext cx="128173" cy="13254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415"/>
              </a:lnTo>
              <a:lnTo>
                <a:pt x="128173" y="1325415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B96256-B5FA-44F0-AF54-E668CE55C8CD}" type="sibTrans" cxnId="{42685CCE-3C33-4BE0-8DF1-322E07DB0B0E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F59F5A-3FAA-43C8-AB68-3CEE66C51B24}" type="asst">
      <dgm:prSet custT="1"/>
      <dgm:spPr>
        <a:xfrm>
          <a:off x="1217358" y="4614454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Online-survey</a:t>
          </a:r>
        </a:p>
      </dgm:t>
    </dgm:pt>
    <dgm:pt modelId="{8A2F3545-FF22-4846-A9C6-F8FB537F9128}" type="sibTrans" cxnId="{DF3A0E78-9C9A-4A6B-8FEA-A063266E9C4A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1E0163-6A95-48B5-AA70-3BEF9991DCD8}" type="parTrans" cxnId="{DF3A0E78-9C9A-4A6B-8FEA-A063266E9C4A}">
      <dgm:prSet/>
      <dgm:spPr>
        <a:xfrm>
          <a:off x="1111919" y="3528937"/>
          <a:ext cx="105439" cy="1336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562"/>
              </a:lnTo>
              <a:lnTo>
                <a:pt x="105439" y="1336562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3126CC-29ED-405F-A272-6DDB0DA2F347}" type="asst">
      <dgm:prSet custT="1"/>
      <dgm:spPr>
        <a:xfrm>
          <a:off x="2297" y="4614454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Standardized telephonic survey</a:t>
          </a:r>
        </a:p>
      </dgm:t>
    </dgm:pt>
    <dgm:pt modelId="{507C0C57-BFE4-41F1-AFDB-44E405402FD6}" type="sibTrans" cxnId="{08163FA7-F25C-4A3C-9CCC-D12172FA7034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363200-700A-4A9D-B9F1-24BC66E17B00}" type="parTrans" cxnId="{08163FA7-F25C-4A3C-9CCC-D12172FA7034}">
      <dgm:prSet/>
      <dgm:spPr>
        <a:xfrm>
          <a:off x="1006480" y="3528937"/>
          <a:ext cx="105439" cy="1336562"/>
        </a:xfrm>
        <a:custGeom>
          <a:avLst/>
          <a:gdLst/>
          <a:ahLst/>
          <a:cxnLst/>
          <a:rect l="0" t="0" r="0" b="0"/>
          <a:pathLst>
            <a:path>
              <a:moveTo>
                <a:pt x="105439" y="0"/>
              </a:moveTo>
              <a:lnTo>
                <a:pt x="105439" y="1336562"/>
              </a:lnTo>
              <a:lnTo>
                <a:pt x="0" y="1336562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87A5B0-D109-498A-BAD0-AC0917F6D5BA}" type="asst">
      <dgm:prSet custT="1"/>
      <dgm:spPr>
        <a:xfrm>
          <a:off x="1217358" y="3901489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Standardized  written survey</a:t>
          </a:r>
        </a:p>
      </dgm:t>
    </dgm:pt>
    <dgm:pt modelId="{B12B4648-AE37-483B-A31B-3EB6F79122AF}" type="sibTrans" cxnId="{056768C3-36D7-4B67-99B7-7FCB8FBD66DD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69584A-FD7F-408C-AD00-876E67FA3BE5}" type="parTrans" cxnId="{056768C3-36D7-4B67-99B7-7FCB8FBD66DD}">
      <dgm:prSet/>
      <dgm:spPr>
        <a:xfrm>
          <a:off x="1111919" y="3528937"/>
          <a:ext cx="105439" cy="6235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597"/>
              </a:lnTo>
              <a:lnTo>
                <a:pt x="105439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1C9470-AA40-45FA-BDAA-850DB7D22DED}" type="asst">
      <dgm:prSet custT="1"/>
      <dgm:spPr>
        <a:xfrm>
          <a:off x="2297" y="3901489"/>
          <a:ext cx="1004182" cy="5020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9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Standardized oral survey</a:t>
          </a:r>
        </a:p>
      </dgm:t>
    </dgm:pt>
    <dgm:pt modelId="{0F472F61-1D54-4E0E-BDEE-80D760D46FF2}" type="sibTrans" cxnId="{E50ECC23-4BF0-44AB-AA2E-17E3DC14C431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7E77B9-A833-412C-B17F-EE30552F25AC}" type="parTrans" cxnId="{E50ECC23-4BF0-44AB-AA2E-17E3DC14C431}">
      <dgm:prSet/>
      <dgm:spPr>
        <a:xfrm>
          <a:off x="1006480" y="3528937"/>
          <a:ext cx="105439" cy="623597"/>
        </a:xfrm>
        <a:custGeom>
          <a:avLst/>
          <a:gdLst/>
          <a:ahLst/>
          <a:cxnLst/>
          <a:rect l="0" t="0" r="0" b="0"/>
          <a:pathLst>
            <a:path>
              <a:moveTo>
                <a:pt x="105439" y="0"/>
              </a:moveTo>
              <a:lnTo>
                <a:pt x="105439" y="623597"/>
              </a:lnTo>
              <a:lnTo>
                <a:pt x="0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C8EC64-7A77-4941-A669-D2CE90086599}" type="pres">
      <dgm:prSet presAssocID="{A76EA5CA-730F-4473-9B73-830E710B4A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8D8D190-7E38-4FFB-88A0-0E03DD0EFC16}" type="pres">
      <dgm:prSet presAssocID="{C5ADA222-9D9A-4CE6-839D-E23E6DCF3598}" presName="hierRoot1" presStyleCnt="0">
        <dgm:presLayoutVars>
          <dgm:hierBranch val="init"/>
        </dgm:presLayoutVars>
      </dgm:prSet>
      <dgm:spPr/>
    </dgm:pt>
    <dgm:pt modelId="{108EAE59-2031-4C42-B1EE-76679168B350}" type="pres">
      <dgm:prSet presAssocID="{C5ADA222-9D9A-4CE6-839D-E23E6DCF3598}" presName="rootComposite1" presStyleCnt="0"/>
      <dgm:spPr/>
    </dgm:pt>
    <dgm:pt modelId="{9702A8E8-E48E-4257-BA1B-2391B5F071B9}" type="pres">
      <dgm:prSet presAssocID="{C5ADA222-9D9A-4CE6-839D-E23E6DCF3598}" presName="rootText1" presStyleLbl="node0" presStyleIdx="0" presStyleCnt="1" custScaleX="163070" custLinFactNeighborX="-60919">
        <dgm:presLayoutVars>
          <dgm:chPref val="3"/>
        </dgm:presLayoutVars>
      </dgm:prSet>
      <dgm:spPr/>
    </dgm:pt>
    <dgm:pt modelId="{AAAFA6F3-96B6-4245-B220-E4D8F308D1FA}" type="pres">
      <dgm:prSet presAssocID="{C5ADA222-9D9A-4CE6-839D-E23E6DCF3598}" presName="rootConnector1" presStyleLbl="node1" presStyleIdx="0" presStyleCnt="0"/>
      <dgm:spPr/>
    </dgm:pt>
    <dgm:pt modelId="{AAC2798B-8EA0-433D-AB58-6B5933B686EB}" type="pres">
      <dgm:prSet presAssocID="{C5ADA222-9D9A-4CE6-839D-E23E6DCF3598}" presName="hierChild2" presStyleCnt="0"/>
      <dgm:spPr/>
    </dgm:pt>
    <dgm:pt modelId="{027B2B7E-94D9-487B-BFE2-7A8DEBCDD625}" type="pres">
      <dgm:prSet presAssocID="{4035F29A-6547-40E1-A4BB-DE9C93F08438}" presName="Name37" presStyleLbl="parChTrans1D2" presStyleIdx="0" presStyleCnt="2"/>
      <dgm:spPr/>
    </dgm:pt>
    <dgm:pt modelId="{99FAC607-8253-41C1-BCA1-E154018656BD}" type="pres">
      <dgm:prSet presAssocID="{D9E6A497-14D6-4257-AD9E-EAF0F2399A1B}" presName="hierRoot2" presStyleCnt="0">
        <dgm:presLayoutVars>
          <dgm:hierBranch val="init"/>
        </dgm:presLayoutVars>
      </dgm:prSet>
      <dgm:spPr/>
    </dgm:pt>
    <dgm:pt modelId="{597B53D8-04D7-4E35-96B7-28B04975EBB6}" type="pres">
      <dgm:prSet presAssocID="{D9E6A497-14D6-4257-AD9E-EAF0F2399A1B}" presName="rootComposite" presStyleCnt="0"/>
      <dgm:spPr/>
    </dgm:pt>
    <dgm:pt modelId="{64CB48CE-33B3-4A21-B97D-F86D9E7AEEF4}" type="pres">
      <dgm:prSet presAssocID="{D9E6A497-14D6-4257-AD9E-EAF0F2399A1B}" presName="rootText" presStyleLbl="node2" presStyleIdx="0" presStyleCnt="2" custScaleX="152018" custLinFactX="-8900" custLinFactNeighborX="-100000">
        <dgm:presLayoutVars>
          <dgm:chPref val="3"/>
        </dgm:presLayoutVars>
      </dgm:prSet>
      <dgm:spPr/>
    </dgm:pt>
    <dgm:pt modelId="{A4045B24-4C77-4FA3-954C-13CE0BA9053D}" type="pres">
      <dgm:prSet presAssocID="{D9E6A497-14D6-4257-AD9E-EAF0F2399A1B}" presName="rootConnector" presStyleLbl="node2" presStyleIdx="0" presStyleCnt="2"/>
      <dgm:spPr/>
    </dgm:pt>
    <dgm:pt modelId="{941B7FDA-5017-4944-8845-BF652AF77F12}" type="pres">
      <dgm:prSet presAssocID="{D9E6A497-14D6-4257-AD9E-EAF0F2399A1B}" presName="hierChild4" presStyleCnt="0"/>
      <dgm:spPr/>
    </dgm:pt>
    <dgm:pt modelId="{8CADD1AE-9C6D-4507-A649-962C62E85E0C}" type="pres">
      <dgm:prSet presAssocID="{56CF0D81-AB35-4109-BFE9-9D2FA699F80E}" presName="Name37" presStyleLbl="parChTrans1D3" presStyleIdx="0" presStyleCnt="5"/>
      <dgm:spPr/>
    </dgm:pt>
    <dgm:pt modelId="{6CBE539A-97BF-4AC8-8E7E-FDFB752FB727}" type="pres">
      <dgm:prSet presAssocID="{3B14483E-3CF1-42D4-A1AB-E17D229E13CB}" presName="hierRoot2" presStyleCnt="0">
        <dgm:presLayoutVars>
          <dgm:hierBranch val="init"/>
        </dgm:presLayoutVars>
      </dgm:prSet>
      <dgm:spPr/>
    </dgm:pt>
    <dgm:pt modelId="{1FF033C9-BDDD-4779-B33A-1515ED21D1B5}" type="pres">
      <dgm:prSet presAssocID="{3B14483E-3CF1-42D4-A1AB-E17D229E13CB}" presName="rootComposite" presStyleCnt="0"/>
      <dgm:spPr/>
    </dgm:pt>
    <dgm:pt modelId="{ABAFD479-1140-4523-8A66-CBB4765A34C4}" type="pres">
      <dgm:prSet presAssocID="{3B14483E-3CF1-42D4-A1AB-E17D229E13CB}" presName="rootText" presStyleLbl="node3" presStyleIdx="0" presStyleCnt="5" custLinFactNeighborY="35373">
        <dgm:presLayoutVars>
          <dgm:chPref val="3"/>
        </dgm:presLayoutVars>
      </dgm:prSet>
      <dgm:spPr/>
    </dgm:pt>
    <dgm:pt modelId="{13894E0F-1E84-403A-B361-432459AFFB89}" type="pres">
      <dgm:prSet presAssocID="{3B14483E-3CF1-42D4-A1AB-E17D229E13CB}" presName="rootConnector" presStyleLbl="node3" presStyleIdx="0" presStyleCnt="5"/>
      <dgm:spPr/>
    </dgm:pt>
    <dgm:pt modelId="{42B8C199-4C89-4443-B94F-DEF71C9F4F9F}" type="pres">
      <dgm:prSet presAssocID="{3B14483E-3CF1-42D4-A1AB-E17D229E13CB}" presName="hierChild4" presStyleCnt="0"/>
      <dgm:spPr/>
    </dgm:pt>
    <dgm:pt modelId="{7743570F-51C1-4DA6-91F3-E07837E8CB9F}" type="pres">
      <dgm:prSet presAssocID="{72596BEB-8F9C-45C7-BBF1-A8C9F341EB0E}" presName="Name37" presStyleLbl="parChTrans1D4" presStyleIdx="0" presStyleCnt="12"/>
      <dgm:spPr/>
    </dgm:pt>
    <dgm:pt modelId="{25232F33-4897-4355-9B5D-BD522ABCC442}" type="pres">
      <dgm:prSet presAssocID="{F82F5B45-7A7B-4D32-B759-6DF04DF1A77A}" presName="hierRoot2" presStyleCnt="0">
        <dgm:presLayoutVars>
          <dgm:hierBranch val="init"/>
        </dgm:presLayoutVars>
      </dgm:prSet>
      <dgm:spPr/>
    </dgm:pt>
    <dgm:pt modelId="{4AE6B74C-9051-4457-970F-93B28A7721DB}" type="pres">
      <dgm:prSet presAssocID="{F82F5B45-7A7B-4D32-B759-6DF04DF1A77A}" presName="rootComposite" presStyleCnt="0"/>
      <dgm:spPr/>
    </dgm:pt>
    <dgm:pt modelId="{CC9E8971-8C87-4A14-BB05-FAE081EDD9CE}" type="pres">
      <dgm:prSet presAssocID="{F82F5B45-7A7B-4D32-B759-6DF04DF1A77A}" presName="rootText" presStyleLbl="node4" presStyleIdx="0" presStyleCnt="8" custLinFactNeighborY="65846">
        <dgm:presLayoutVars>
          <dgm:chPref val="3"/>
        </dgm:presLayoutVars>
      </dgm:prSet>
      <dgm:spPr/>
    </dgm:pt>
    <dgm:pt modelId="{F23DB641-6FA1-46CC-B18D-7D0FFDFD4BEE}" type="pres">
      <dgm:prSet presAssocID="{F82F5B45-7A7B-4D32-B759-6DF04DF1A77A}" presName="rootConnector" presStyleLbl="node4" presStyleIdx="0" presStyleCnt="8"/>
      <dgm:spPr/>
    </dgm:pt>
    <dgm:pt modelId="{B93525DA-100A-4C35-8E20-CA9B6953A353}" type="pres">
      <dgm:prSet presAssocID="{F82F5B45-7A7B-4D32-B759-6DF04DF1A77A}" presName="hierChild4" presStyleCnt="0"/>
      <dgm:spPr/>
    </dgm:pt>
    <dgm:pt modelId="{3033E56D-D8E1-404E-98F0-6BEF07A5F43F}" type="pres">
      <dgm:prSet presAssocID="{F82F5B45-7A7B-4D32-B759-6DF04DF1A77A}" presName="hierChild5" presStyleCnt="0"/>
      <dgm:spPr/>
    </dgm:pt>
    <dgm:pt modelId="{E7ECD5EE-1A59-4F89-AD61-82EA45234F47}" type="pres">
      <dgm:prSet presAssocID="{577E77B9-A833-412C-B17F-EE30552F25AC}" presName="Name111" presStyleLbl="parChTrans1D4" presStyleIdx="1" presStyleCnt="12"/>
      <dgm:spPr/>
    </dgm:pt>
    <dgm:pt modelId="{1E9A3E5B-D599-40E7-BBE1-697B619906D1}" type="pres">
      <dgm:prSet presAssocID="{D81C9470-AA40-45FA-BDAA-850DB7D22DED}" presName="hierRoot3" presStyleCnt="0">
        <dgm:presLayoutVars>
          <dgm:hierBranch val="init"/>
        </dgm:presLayoutVars>
      </dgm:prSet>
      <dgm:spPr/>
    </dgm:pt>
    <dgm:pt modelId="{1A133F73-7BC2-4F37-96BF-2807BC02BE50}" type="pres">
      <dgm:prSet presAssocID="{D81C9470-AA40-45FA-BDAA-850DB7D22DED}" presName="rootComposite3" presStyleCnt="0"/>
      <dgm:spPr/>
    </dgm:pt>
    <dgm:pt modelId="{E33F6489-64EC-4DAC-A37A-82AEEA9C7DCA}" type="pres">
      <dgm:prSet presAssocID="{D81C9470-AA40-45FA-BDAA-850DB7D22DED}" presName="rootText3" presStyleLbl="asst4" presStyleIdx="0" presStyleCnt="4" custLinFactNeighborY="98046">
        <dgm:presLayoutVars>
          <dgm:chPref val="3"/>
        </dgm:presLayoutVars>
      </dgm:prSet>
      <dgm:spPr/>
    </dgm:pt>
    <dgm:pt modelId="{9006D490-8D52-4F66-8616-2C79CA063F68}" type="pres">
      <dgm:prSet presAssocID="{D81C9470-AA40-45FA-BDAA-850DB7D22DED}" presName="rootConnector3" presStyleLbl="asst4" presStyleIdx="0" presStyleCnt="4"/>
      <dgm:spPr/>
    </dgm:pt>
    <dgm:pt modelId="{5E22F6F2-46F0-463A-9109-7716855F39BD}" type="pres">
      <dgm:prSet presAssocID="{D81C9470-AA40-45FA-BDAA-850DB7D22DED}" presName="hierChild6" presStyleCnt="0"/>
      <dgm:spPr/>
    </dgm:pt>
    <dgm:pt modelId="{E27C2A39-BE64-4B98-B385-7C5F0B0A8E50}" type="pres">
      <dgm:prSet presAssocID="{D81C9470-AA40-45FA-BDAA-850DB7D22DED}" presName="hierChild7" presStyleCnt="0"/>
      <dgm:spPr/>
    </dgm:pt>
    <dgm:pt modelId="{88B885AF-76DB-4C39-B469-8C63FD802808}" type="pres">
      <dgm:prSet presAssocID="{DD69584A-FD7F-408C-AD00-876E67FA3BE5}" presName="Name111" presStyleLbl="parChTrans1D4" presStyleIdx="2" presStyleCnt="12"/>
      <dgm:spPr/>
    </dgm:pt>
    <dgm:pt modelId="{DCA36AC3-57FE-409D-9364-BB7440309A6C}" type="pres">
      <dgm:prSet presAssocID="{1787A5B0-D109-498A-BAD0-AC0917F6D5BA}" presName="hierRoot3" presStyleCnt="0">
        <dgm:presLayoutVars>
          <dgm:hierBranch val="init"/>
        </dgm:presLayoutVars>
      </dgm:prSet>
      <dgm:spPr/>
    </dgm:pt>
    <dgm:pt modelId="{491FE996-A170-4DC7-A321-9CD5A02833CA}" type="pres">
      <dgm:prSet presAssocID="{1787A5B0-D109-498A-BAD0-AC0917F6D5BA}" presName="rootComposite3" presStyleCnt="0"/>
      <dgm:spPr/>
    </dgm:pt>
    <dgm:pt modelId="{3A6AED06-ADA7-4FE4-B6E6-C18C370639BF}" type="pres">
      <dgm:prSet presAssocID="{1787A5B0-D109-498A-BAD0-AC0917F6D5BA}" presName="rootText3" presStyleLbl="asst4" presStyleIdx="1" presStyleCnt="4" custLinFactY="20228" custLinFactNeighborX="-5387" custLinFactNeighborY="100000">
        <dgm:presLayoutVars>
          <dgm:chPref val="3"/>
        </dgm:presLayoutVars>
      </dgm:prSet>
      <dgm:spPr/>
    </dgm:pt>
    <dgm:pt modelId="{D52DD630-B9E0-41C0-B950-3A49A98BFAEB}" type="pres">
      <dgm:prSet presAssocID="{1787A5B0-D109-498A-BAD0-AC0917F6D5BA}" presName="rootConnector3" presStyleLbl="asst4" presStyleIdx="1" presStyleCnt="4"/>
      <dgm:spPr/>
    </dgm:pt>
    <dgm:pt modelId="{27EF9048-38DA-4B6A-9B9E-87EDDC519DF3}" type="pres">
      <dgm:prSet presAssocID="{1787A5B0-D109-498A-BAD0-AC0917F6D5BA}" presName="hierChild6" presStyleCnt="0"/>
      <dgm:spPr/>
    </dgm:pt>
    <dgm:pt modelId="{285C3DC7-D92E-4381-9362-B21707A793B1}" type="pres">
      <dgm:prSet presAssocID="{1787A5B0-D109-498A-BAD0-AC0917F6D5BA}" presName="hierChild7" presStyleCnt="0"/>
      <dgm:spPr/>
    </dgm:pt>
    <dgm:pt modelId="{3FC7B98C-B0B2-4EE9-A4D6-DAECE53C2D20}" type="pres">
      <dgm:prSet presAssocID="{F5363200-700A-4A9D-B9F1-24BC66E17B00}" presName="Name111" presStyleLbl="parChTrans1D4" presStyleIdx="3" presStyleCnt="12"/>
      <dgm:spPr/>
    </dgm:pt>
    <dgm:pt modelId="{DF9789AE-5086-4F91-9B2C-4BCF023C4EAA}" type="pres">
      <dgm:prSet presAssocID="{683126CC-29ED-405F-A272-6DDB0DA2F347}" presName="hierRoot3" presStyleCnt="0">
        <dgm:presLayoutVars>
          <dgm:hierBranch val="init"/>
        </dgm:presLayoutVars>
      </dgm:prSet>
      <dgm:spPr/>
    </dgm:pt>
    <dgm:pt modelId="{11EC5927-8378-4088-AFF4-D8DEAF17DF6A}" type="pres">
      <dgm:prSet presAssocID="{683126CC-29ED-405F-A272-6DDB0DA2F347}" presName="rootComposite3" presStyleCnt="0"/>
      <dgm:spPr/>
    </dgm:pt>
    <dgm:pt modelId="{98B1ECC1-A5D0-42E9-AF15-451E315FDD42}" type="pres">
      <dgm:prSet presAssocID="{683126CC-29ED-405F-A272-6DDB0DA2F347}" presName="rootText3" presStyleLbl="asst4" presStyleIdx="2" presStyleCnt="4" custLinFactNeighborY="98045">
        <dgm:presLayoutVars>
          <dgm:chPref val="3"/>
        </dgm:presLayoutVars>
      </dgm:prSet>
      <dgm:spPr/>
    </dgm:pt>
    <dgm:pt modelId="{EEB3441F-FEAE-4F48-A72B-D0B6229F6187}" type="pres">
      <dgm:prSet presAssocID="{683126CC-29ED-405F-A272-6DDB0DA2F347}" presName="rootConnector3" presStyleLbl="asst4" presStyleIdx="2" presStyleCnt="4"/>
      <dgm:spPr/>
    </dgm:pt>
    <dgm:pt modelId="{878BCB23-9DA0-4145-B7B7-C03D1312E148}" type="pres">
      <dgm:prSet presAssocID="{683126CC-29ED-405F-A272-6DDB0DA2F347}" presName="hierChild6" presStyleCnt="0"/>
      <dgm:spPr/>
    </dgm:pt>
    <dgm:pt modelId="{D5227163-9C69-40F2-B7A1-014DA9557798}" type="pres">
      <dgm:prSet presAssocID="{683126CC-29ED-405F-A272-6DDB0DA2F347}" presName="hierChild7" presStyleCnt="0"/>
      <dgm:spPr/>
    </dgm:pt>
    <dgm:pt modelId="{FEBFC5E6-1457-4530-9C1E-8764DF379BB2}" type="pres">
      <dgm:prSet presAssocID="{891E0163-6A95-48B5-AA70-3BEF9991DCD8}" presName="Name111" presStyleLbl="parChTrans1D4" presStyleIdx="4" presStyleCnt="12"/>
      <dgm:spPr/>
    </dgm:pt>
    <dgm:pt modelId="{29F12AE8-3E85-46C0-BE0B-0E46B6528864}" type="pres">
      <dgm:prSet presAssocID="{6AF59F5A-3FAA-43C8-AB68-3CEE66C51B24}" presName="hierRoot3" presStyleCnt="0">
        <dgm:presLayoutVars>
          <dgm:hierBranch val="init"/>
        </dgm:presLayoutVars>
      </dgm:prSet>
      <dgm:spPr/>
    </dgm:pt>
    <dgm:pt modelId="{7C802CDA-8BF8-4559-AC7C-E5C7CF854AE5}" type="pres">
      <dgm:prSet presAssocID="{6AF59F5A-3FAA-43C8-AB68-3CEE66C51B24}" presName="rootComposite3" presStyleCnt="0"/>
      <dgm:spPr/>
    </dgm:pt>
    <dgm:pt modelId="{63A11064-8500-4C8F-9F4D-4DC3AE1EA455}" type="pres">
      <dgm:prSet presAssocID="{6AF59F5A-3FAA-43C8-AB68-3CEE66C51B24}" presName="rootText3" presStyleLbl="asst4" presStyleIdx="3" presStyleCnt="4" custLinFactNeighborY="98045">
        <dgm:presLayoutVars>
          <dgm:chPref val="3"/>
        </dgm:presLayoutVars>
      </dgm:prSet>
      <dgm:spPr/>
    </dgm:pt>
    <dgm:pt modelId="{6C91EDB2-FBF9-4E24-8197-218F6D4C4B96}" type="pres">
      <dgm:prSet presAssocID="{6AF59F5A-3FAA-43C8-AB68-3CEE66C51B24}" presName="rootConnector3" presStyleLbl="asst4" presStyleIdx="3" presStyleCnt="4"/>
      <dgm:spPr/>
    </dgm:pt>
    <dgm:pt modelId="{FAB2EC30-8B58-40CB-9CDE-62906FE61585}" type="pres">
      <dgm:prSet presAssocID="{6AF59F5A-3FAA-43C8-AB68-3CEE66C51B24}" presName="hierChild6" presStyleCnt="0"/>
      <dgm:spPr/>
    </dgm:pt>
    <dgm:pt modelId="{81860DAC-DAF2-46C3-A4FE-9A0115466ECD}" type="pres">
      <dgm:prSet presAssocID="{6AF59F5A-3FAA-43C8-AB68-3CEE66C51B24}" presName="hierChild7" presStyleCnt="0"/>
      <dgm:spPr/>
    </dgm:pt>
    <dgm:pt modelId="{38382BC0-88E8-4E3D-8E68-C01F4EF27458}" type="pres">
      <dgm:prSet presAssocID="{E4AACCE4-B974-436C-ADC5-0069D391F7AB}" presName="Name37" presStyleLbl="parChTrans1D4" presStyleIdx="5" presStyleCnt="12"/>
      <dgm:spPr/>
    </dgm:pt>
    <dgm:pt modelId="{6DF209FC-217D-4BB6-B4C0-AFAE9DFF8644}" type="pres">
      <dgm:prSet presAssocID="{CCF3841B-11F8-44B1-B051-0DDD11820F15}" presName="hierRoot2" presStyleCnt="0">
        <dgm:presLayoutVars>
          <dgm:hierBranch val="init"/>
        </dgm:presLayoutVars>
      </dgm:prSet>
      <dgm:spPr/>
    </dgm:pt>
    <dgm:pt modelId="{C3264631-56F2-44B7-9D2E-E2E20C0CEC14}" type="pres">
      <dgm:prSet presAssocID="{CCF3841B-11F8-44B1-B051-0DDD11820F15}" presName="rootComposite" presStyleCnt="0"/>
      <dgm:spPr/>
    </dgm:pt>
    <dgm:pt modelId="{46070D52-0D9E-40B2-955B-43C93B79EE82}" type="pres">
      <dgm:prSet presAssocID="{CCF3841B-11F8-44B1-B051-0DDD11820F15}" presName="rootText" presStyleLbl="node4" presStyleIdx="1" presStyleCnt="8" custLinFactNeighborX="39420" custLinFactNeighborY="65846">
        <dgm:presLayoutVars>
          <dgm:chPref val="3"/>
        </dgm:presLayoutVars>
      </dgm:prSet>
      <dgm:spPr/>
    </dgm:pt>
    <dgm:pt modelId="{CD0BEE02-0297-4593-A0B0-8724AEA4B352}" type="pres">
      <dgm:prSet presAssocID="{CCF3841B-11F8-44B1-B051-0DDD11820F15}" presName="rootConnector" presStyleLbl="node4" presStyleIdx="1" presStyleCnt="8"/>
      <dgm:spPr/>
    </dgm:pt>
    <dgm:pt modelId="{05F5E542-5785-43E8-87EC-9B4D527AAEC1}" type="pres">
      <dgm:prSet presAssocID="{CCF3841B-11F8-44B1-B051-0DDD11820F15}" presName="hierChild4" presStyleCnt="0"/>
      <dgm:spPr/>
    </dgm:pt>
    <dgm:pt modelId="{35D72266-6E39-43EE-B878-0CB149834091}" type="pres">
      <dgm:prSet presAssocID="{DF317BB9-92F0-4BA3-A206-33976E2A0E9D}" presName="Name37" presStyleLbl="parChTrans1D4" presStyleIdx="6" presStyleCnt="12"/>
      <dgm:spPr/>
    </dgm:pt>
    <dgm:pt modelId="{2685F5B3-DD15-4E43-8E89-09D988865B29}" type="pres">
      <dgm:prSet presAssocID="{F219C30D-7744-4A05-8AA5-316F3D8AEBD0}" presName="hierRoot2" presStyleCnt="0">
        <dgm:presLayoutVars>
          <dgm:hierBranch val="init"/>
        </dgm:presLayoutVars>
      </dgm:prSet>
      <dgm:spPr/>
    </dgm:pt>
    <dgm:pt modelId="{D435F5B9-5AE9-40EE-BA69-D320B3632796}" type="pres">
      <dgm:prSet presAssocID="{F219C30D-7744-4A05-8AA5-316F3D8AEBD0}" presName="rootComposite" presStyleCnt="0"/>
      <dgm:spPr/>
    </dgm:pt>
    <dgm:pt modelId="{525C1127-980A-4135-9F26-68A4B658688E}" type="pres">
      <dgm:prSet presAssocID="{F219C30D-7744-4A05-8AA5-316F3D8AEBD0}" presName="rootText" presStyleLbl="node4" presStyleIdx="2" presStyleCnt="8" custLinFactY="4546" custLinFactNeighborX="37184" custLinFactNeighborY="100000">
        <dgm:presLayoutVars>
          <dgm:chPref val="3"/>
        </dgm:presLayoutVars>
      </dgm:prSet>
      <dgm:spPr/>
    </dgm:pt>
    <dgm:pt modelId="{520ED5B0-0E9E-4ACC-B821-C879724317FD}" type="pres">
      <dgm:prSet presAssocID="{F219C30D-7744-4A05-8AA5-316F3D8AEBD0}" presName="rootConnector" presStyleLbl="node4" presStyleIdx="2" presStyleCnt="8"/>
      <dgm:spPr/>
    </dgm:pt>
    <dgm:pt modelId="{DA1B4115-2731-4F77-851D-AADB4B6D627E}" type="pres">
      <dgm:prSet presAssocID="{F219C30D-7744-4A05-8AA5-316F3D8AEBD0}" presName="hierChild4" presStyleCnt="0"/>
      <dgm:spPr/>
    </dgm:pt>
    <dgm:pt modelId="{E95F7C12-DFA3-4B81-85F5-0CAF241B0EBE}" type="pres">
      <dgm:prSet presAssocID="{F219C30D-7744-4A05-8AA5-316F3D8AEBD0}" presName="hierChild5" presStyleCnt="0"/>
      <dgm:spPr/>
    </dgm:pt>
    <dgm:pt modelId="{DBEE4CFE-E1C5-4270-84EA-A4017ADF00B0}" type="pres">
      <dgm:prSet presAssocID="{2CC03BBF-5BA2-4340-B0A8-06FC19EC4EA5}" presName="Name37" presStyleLbl="parChTrans1D4" presStyleIdx="7" presStyleCnt="12"/>
      <dgm:spPr/>
    </dgm:pt>
    <dgm:pt modelId="{C0E04A2F-763E-432A-BD48-4A3F3541A24A}" type="pres">
      <dgm:prSet presAssocID="{648F9674-66B5-42CA-B39D-D5BB198B9CC6}" presName="hierRoot2" presStyleCnt="0">
        <dgm:presLayoutVars>
          <dgm:hierBranch val="init"/>
        </dgm:presLayoutVars>
      </dgm:prSet>
      <dgm:spPr/>
    </dgm:pt>
    <dgm:pt modelId="{A2AC0C19-588F-4557-AA27-961033F2BB37}" type="pres">
      <dgm:prSet presAssocID="{648F9674-66B5-42CA-B39D-D5BB198B9CC6}" presName="rootComposite" presStyleCnt="0"/>
      <dgm:spPr/>
    </dgm:pt>
    <dgm:pt modelId="{51E86D98-885E-4035-9824-867DD127FFCC}" type="pres">
      <dgm:prSet presAssocID="{648F9674-66B5-42CA-B39D-D5BB198B9CC6}" presName="rootText" presStyleLbl="node4" presStyleIdx="3" presStyleCnt="8" custLinFactY="45985" custLinFactNeighborX="37954" custLinFactNeighborY="100000">
        <dgm:presLayoutVars>
          <dgm:chPref val="3"/>
        </dgm:presLayoutVars>
      </dgm:prSet>
      <dgm:spPr/>
    </dgm:pt>
    <dgm:pt modelId="{B8E9D8CB-E781-4B63-AD1C-B781B945D7F9}" type="pres">
      <dgm:prSet presAssocID="{648F9674-66B5-42CA-B39D-D5BB198B9CC6}" presName="rootConnector" presStyleLbl="node4" presStyleIdx="3" presStyleCnt="8"/>
      <dgm:spPr/>
    </dgm:pt>
    <dgm:pt modelId="{182928E9-7803-4744-A8FD-3702BCDD709D}" type="pres">
      <dgm:prSet presAssocID="{648F9674-66B5-42CA-B39D-D5BB198B9CC6}" presName="hierChild4" presStyleCnt="0"/>
      <dgm:spPr/>
    </dgm:pt>
    <dgm:pt modelId="{09E64D47-AFD3-4D3F-92B8-CC754194E9B4}" type="pres">
      <dgm:prSet presAssocID="{648F9674-66B5-42CA-B39D-D5BB198B9CC6}" presName="hierChild5" presStyleCnt="0"/>
      <dgm:spPr/>
    </dgm:pt>
    <dgm:pt modelId="{AEB7CBBA-6416-450F-9242-2EFF17C9D232}" type="pres">
      <dgm:prSet presAssocID="{CCF3841B-11F8-44B1-B051-0DDD11820F15}" presName="hierChild5" presStyleCnt="0"/>
      <dgm:spPr/>
    </dgm:pt>
    <dgm:pt modelId="{E9B58026-24DA-4957-A6C1-D112CAF08D3C}" type="pres">
      <dgm:prSet presAssocID="{3B14483E-3CF1-42D4-A1AB-E17D229E13CB}" presName="hierChild5" presStyleCnt="0"/>
      <dgm:spPr/>
    </dgm:pt>
    <dgm:pt modelId="{4C1C2561-16EF-4957-9D56-809BCA20FC1B}" type="pres">
      <dgm:prSet presAssocID="{6EB5EDE0-3B27-40F3-9FD8-568096A92CED}" presName="Name37" presStyleLbl="parChTrans1D3" presStyleIdx="1" presStyleCnt="5"/>
      <dgm:spPr/>
    </dgm:pt>
    <dgm:pt modelId="{8150A2FF-A058-4D17-AD9D-FEC891D2694C}" type="pres">
      <dgm:prSet presAssocID="{11CA62C5-AC02-43EC-9E5E-454CDC37D5FE}" presName="hierRoot2" presStyleCnt="0">
        <dgm:presLayoutVars>
          <dgm:hierBranch val="init"/>
        </dgm:presLayoutVars>
      </dgm:prSet>
      <dgm:spPr/>
    </dgm:pt>
    <dgm:pt modelId="{A876DE33-A73E-4836-B1C6-0D8FAE61798E}" type="pres">
      <dgm:prSet presAssocID="{11CA62C5-AC02-43EC-9E5E-454CDC37D5FE}" presName="rootComposite" presStyleCnt="0"/>
      <dgm:spPr/>
    </dgm:pt>
    <dgm:pt modelId="{81761C16-2BAC-4868-94D3-EC9328290255}" type="pres">
      <dgm:prSet presAssocID="{11CA62C5-AC02-43EC-9E5E-454CDC37D5FE}" presName="rootText" presStyleLbl="node3" presStyleIdx="1" presStyleCnt="5" custScaleX="121639" custLinFactX="7073" custLinFactNeighborX="100000" custLinFactNeighborY="35373">
        <dgm:presLayoutVars>
          <dgm:chPref val="3"/>
        </dgm:presLayoutVars>
      </dgm:prSet>
      <dgm:spPr/>
    </dgm:pt>
    <dgm:pt modelId="{7AF6F8C5-73CA-4ADA-9055-F70D7B4C8907}" type="pres">
      <dgm:prSet presAssocID="{11CA62C5-AC02-43EC-9E5E-454CDC37D5FE}" presName="rootConnector" presStyleLbl="node3" presStyleIdx="1" presStyleCnt="5"/>
      <dgm:spPr/>
    </dgm:pt>
    <dgm:pt modelId="{449151BA-CFFE-48CA-AAFD-18D76FEE2778}" type="pres">
      <dgm:prSet presAssocID="{11CA62C5-AC02-43EC-9E5E-454CDC37D5FE}" presName="hierChild4" presStyleCnt="0"/>
      <dgm:spPr/>
    </dgm:pt>
    <dgm:pt modelId="{0555F592-A84B-4F35-8F0F-62030EBA6AA3}" type="pres">
      <dgm:prSet presAssocID="{6AAEE6B5-87C8-4924-B053-6A2DECCD5A63}" presName="Name37" presStyleLbl="parChTrans1D4" presStyleIdx="8" presStyleCnt="12"/>
      <dgm:spPr/>
    </dgm:pt>
    <dgm:pt modelId="{9284FA45-1EA4-4835-A50B-EC4F230F556E}" type="pres">
      <dgm:prSet presAssocID="{12E45414-4AE5-43D6-A9AC-AFC8F20A7D0F}" presName="hierRoot2" presStyleCnt="0">
        <dgm:presLayoutVars>
          <dgm:hierBranch val="init"/>
        </dgm:presLayoutVars>
      </dgm:prSet>
      <dgm:spPr/>
    </dgm:pt>
    <dgm:pt modelId="{D5D58733-36CB-4271-9BA7-C72C4211ACC5}" type="pres">
      <dgm:prSet presAssocID="{12E45414-4AE5-43D6-A9AC-AFC8F20A7D0F}" presName="rootComposite" presStyleCnt="0"/>
      <dgm:spPr/>
    </dgm:pt>
    <dgm:pt modelId="{915F8606-9FDE-4F3D-B8C6-90A8872A27A9}" type="pres">
      <dgm:prSet presAssocID="{12E45414-4AE5-43D6-A9AC-AFC8F20A7D0F}" presName="rootText" presStyleLbl="node4" presStyleIdx="4" presStyleCnt="8" custLinFactX="13479" custLinFactNeighborX="100000" custLinFactNeighborY="67573">
        <dgm:presLayoutVars>
          <dgm:chPref val="3"/>
        </dgm:presLayoutVars>
      </dgm:prSet>
      <dgm:spPr/>
    </dgm:pt>
    <dgm:pt modelId="{43CFD1E4-DF0D-4422-91F3-96DBDC795F34}" type="pres">
      <dgm:prSet presAssocID="{12E45414-4AE5-43D6-A9AC-AFC8F20A7D0F}" presName="rootConnector" presStyleLbl="node4" presStyleIdx="4" presStyleCnt="8"/>
      <dgm:spPr/>
    </dgm:pt>
    <dgm:pt modelId="{240EF5D8-8979-4873-A03C-BBA598339C3C}" type="pres">
      <dgm:prSet presAssocID="{12E45414-4AE5-43D6-A9AC-AFC8F20A7D0F}" presName="hierChild4" presStyleCnt="0"/>
      <dgm:spPr/>
    </dgm:pt>
    <dgm:pt modelId="{79B1E135-567C-4532-BACB-5F1B7973AC9B}" type="pres">
      <dgm:prSet presAssocID="{12E45414-4AE5-43D6-A9AC-AFC8F20A7D0F}" presName="hierChild5" presStyleCnt="0"/>
      <dgm:spPr/>
    </dgm:pt>
    <dgm:pt modelId="{7616F4C6-4A1B-4371-BACF-B01520BD3D9A}" type="pres">
      <dgm:prSet presAssocID="{2F687793-0128-49B3-A167-4FF1F8B7FF98}" presName="Name37" presStyleLbl="parChTrans1D4" presStyleIdx="9" presStyleCnt="12"/>
      <dgm:spPr/>
    </dgm:pt>
    <dgm:pt modelId="{2383C09C-D83D-420B-957D-6A4B1FDB4B93}" type="pres">
      <dgm:prSet presAssocID="{6B97FC00-F096-4F6C-873B-54345F95855A}" presName="hierRoot2" presStyleCnt="0">
        <dgm:presLayoutVars>
          <dgm:hierBranch val="init"/>
        </dgm:presLayoutVars>
      </dgm:prSet>
      <dgm:spPr/>
    </dgm:pt>
    <dgm:pt modelId="{AEF35E96-42CC-4169-A14B-9C605D942216}" type="pres">
      <dgm:prSet presAssocID="{6B97FC00-F096-4F6C-873B-54345F95855A}" presName="rootComposite" presStyleCnt="0"/>
      <dgm:spPr/>
    </dgm:pt>
    <dgm:pt modelId="{352F2A1D-D9E1-490B-A955-7BF4DF18CF23}" type="pres">
      <dgm:prSet presAssocID="{6B97FC00-F096-4F6C-873B-54345F95855A}" presName="rootText" presStyleLbl="node4" presStyleIdx="5" presStyleCnt="8" custLinFactX="13479" custLinFactY="20228" custLinFactNeighborX="100000" custLinFactNeighborY="100000">
        <dgm:presLayoutVars>
          <dgm:chPref val="3"/>
        </dgm:presLayoutVars>
      </dgm:prSet>
      <dgm:spPr/>
    </dgm:pt>
    <dgm:pt modelId="{01505B8A-27AC-4A1A-AE36-2CB98F7160C9}" type="pres">
      <dgm:prSet presAssocID="{6B97FC00-F096-4F6C-873B-54345F95855A}" presName="rootConnector" presStyleLbl="node4" presStyleIdx="5" presStyleCnt="8"/>
      <dgm:spPr/>
    </dgm:pt>
    <dgm:pt modelId="{7DC475D0-9007-44C6-961A-DBC680AD8849}" type="pres">
      <dgm:prSet presAssocID="{6B97FC00-F096-4F6C-873B-54345F95855A}" presName="hierChild4" presStyleCnt="0"/>
      <dgm:spPr/>
    </dgm:pt>
    <dgm:pt modelId="{E1083525-7E31-4EFA-982F-F46AD55042FB}" type="pres">
      <dgm:prSet presAssocID="{6B97FC00-F096-4F6C-873B-54345F95855A}" presName="hierChild5" presStyleCnt="0"/>
      <dgm:spPr/>
    </dgm:pt>
    <dgm:pt modelId="{0184DE8F-2425-4647-9672-D23A01AB5A9D}" type="pres">
      <dgm:prSet presAssocID="{11CA62C5-AC02-43EC-9E5E-454CDC37D5FE}" presName="hierChild5" presStyleCnt="0"/>
      <dgm:spPr/>
    </dgm:pt>
    <dgm:pt modelId="{E84C83E8-D214-437B-AEA6-C72DF58DAF18}" type="pres">
      <dgm:prSet presAssocID="{1A1E79E0-BA90-4888-AFC2-B1CEA7786E67}" presName="Name37" presStyleLbl="parChTrans1D3" presStyleIdx="2" presStyleCnt="5"/>
      <dgm:spPr/>
    </dgm:pt>
    <dgm:pt modelId="{284CD929-6572-4F3D-831F-5E9BCAF8DFF5}" type="pres">
      <dgm:prSet presAssocID="{2F453D5F-F81D-412B-85C2-1DCE9A3FD147}" presName="hierRoot2" presStyleCnt="0">
        <dgm:presLayoutVars>
          <dgm:hierBranch val="init"/>
        </dgm:presLayoutVars>
      </dgm:prSet>
      <dgm:spPr/>
    </dgm:pt>
    <dgm:pt modelId="{B3250F9C-2334-4F55-AB12-9511E34598E9}" type="pres">
      <dgm:prSet presAssocID="{2F453D5F-F81D-412B-85C2-1DCE9A3FD147}" presName="rootComposite" presStyleCnt="0"/>
      <dgm:spPr/>
    </dgm:pt>
    <dgm:pt modelId="{AC935CB3-41CD-481D-BE60-811A0C554411}" type="pres">
      <dgm:prSet presAssocID="{2F453D5F-F81D-412B-85C2-1DCE9A3FD147}" presName="rootText" presStyleLbl="node3" presStyleIdx="2" presStyleCnt="5" custScaleX="129963" custLinFactX="-100000" custLinFactNeighborX="-102281" custLinFactNeighborY="35373">
        <dgm:presLayoutVars>
          <dgm:chPref val="3"/>
        </dgm:presLayoutVars>
      </dgm:prSet>
      <dgm:spPr/>
    </dgm:pt>
    <dgm:pt modelId="{BB127B40-7171-4217-AA75-70E93176241E}" type="pres">
      <dgm:prSet presAssocID="{2F453D5F-F81D-412B-85C2-1DCE9A3FD147}" presName="rootConnector" presStyleLbl="node3" presStyleIdx="2" presStyleCnt="5"/>
      <dgm:spPr/>
    </dgm:pt>
    <dgm:pt modelId="{F3F14F09-2825-4511-8F76-9200BEBA3E33}" type="pres">
      <dgm:prSet presAssocID="{2F453D5F-F81D-412B-85C2-1DCE9A3FD147}" presName="hierChild4" presStyleCnt="0"/>
      <dgm:spPr/>
    </dgm:pt>
    <dgm:pt modelId="{E05E9F6C-DC21-468D-9725-BE375575499C}" type="pres">
      <dgm:prSet presAssocID="{2F453D5F-F81D-412B-85C2-1DCE9A3FD147}" presName="hierChild5" presStyleCnt="0"/>
      <dgm:spPr/>
    </dgm:pt>
    <dgm:pt modelId="{EEB891FB-C0F9-4620-8B27-B65F536DED83}" type="pres">
      <dgm:prSet presAssocID="{D9E6A497-14D6-4257-AD9E-EAF0F2399A1B}" presName="hierChild5" presStyleCnt="0"/>
      <dgm:spPr/>
    </dgm:pt>
    <dgm:pt modelId="{4119F2AC-EC80-4317-8C76-DBE2F38F5752}" type="pres">
      <dgm:prSet presAssocID="{B70B9120-0527-42C6-B311-79D62A7CEB5B}" presName="Name37" presStyleLbl="parChTrans1D2" presStyleIdx="1" presStyleCnt="2"/>
      <dgm:spPr/>
    </dgm:pt>
    <dgm:pt modelId="{4D5FD78F-77AD-4E62-95A0-DACA0D3360A7}" type="pres">
      <dgm:prSet presAssocID="{3D1388F6-A561-4398-AA13-BA496EE8D225}" presName="hierRoot2" presStyleCnt="0">
        <dgm:presLayoutVars>
          <dgm:hierBranch val="init"/>
        </dgm:presLayoutVars>
      </dgm:prSet>
      <dgm:spPr/>
    </dgm:pt>
    <dgm:pt modelId="{F0A77123-1B70-408B-8007-7CA43822855D}" type="pres">
      <dgm:prSet presAssocID="{3D1388F6-A561-4398-AA13-BA496EE8D225}" presName="rootComposite" presStyleCnt="0"/>
      <dgm:spPr/>
    </dgm:pt>
    <dgm:pt modelId="{B9015D84-A9DC-45DB-9CA5-2D509D91F5E8}" type="pres">
      <dgm:prSet presAssocID="{3D1388F6-A561-4398-AA13-BA496EE8D225}" presName="rootText" presStyleLbl="node2" presStyleIdx="1" presStyleCnt="2" custScaleX="188495" custLinFactNeighborX="-5260">
        <dgm:presLayoutVars>
          <dgm:chPref val="3"/>
        </dgm:presLayoutVars>
      </dgm:prSet>
      <dgm:spPr/>
    </dgm:pt>
    <dgm:pt modelId="{321B5512-A896-4B69-8177-F3F32576E613}" type="pres">
      <dgm:prSet presAssocID="{3D1388F6-A561-4398-AA13-BA496EE8D225}" presName="rootConnector" presStyleLbl="node2" presStyleIdx="1" presStyleCnt="2"/>
      <dgm:spPr/>
    </dgm:pt>
    <dgm:pt modelId="{6A5FB74F-0193-444E-9B88-16387E0D568F}" type="pres">
      <dgm:prSet presAssocID="{3D1388F6-A561-4398-AA13-BA496EE8D225}" presName="hierChild4" presStyleCnt="0"/>
      <dgm:spPr/>
    </dgm:pt>
    <dgm:pt modelId="{0B18B11B-C7B8-48DA-98F7-F7DDF3A57F6F}" type="pres">
      <dgm:prSet presAssocID="{E6D25A47-327D-45E0-8FAA-EEA5BCD54D79}" presName="Name37" presStyleLbl="parChTrans1D3" presStyleIdx="3" presStyleCnt="5"/>
      <dgm:spPr/>
    </dgm:pt>
    <dgm:pt modelId="{CF7B54C1-BF19-40ED-9B4F-469A7A75D4E1}" type="pres">
      <dgm:prSet presAssocID="{1E6DFC98-4953-4AB0-8063-C84B97C2E203}" presName="hierRoot2" presStyleCnt="0">
        <dgm:presLayoutVars>
          <dgm:hierBranch val="init"/>
        </dgm:presLayoutVars>
      </dgm:prSet>
      <dgm:spPr/>
    </dgm:pt>
    <dgm:pt modelId="{5C646D47-26C9-46A7-A0F4-4E13D852CB1F}" type="pres">
      <dgm:prSet presAssocID="{1E6DFC98-4953-4AB0-8063-C84B97C2E203}" presName="rootComposite" presStyleCnt="0"/>
      <dgm:spPr/>
    </dgm:pt>
    <dgm:pt modelId="{E00ED0FF-9C27-478F-AB5B-A30C7A245387}" type="pres">
      <dgm:prSet presAssocID="{1E6DFC98-4953-4AB0-8063-C84B97C2E203}" presName="rootText" presStyleLbl="node3" presStyleIdx="3" presStyleCnt="5" custLinFactNeighborX="-11772" custLinFactNeighborY="35373">
        <dgm:presLayoutVars>
          <dgm:chPref val="3"/>
        </dgm:presLayoutVars>
      </dgm:prSet>
      <dgm:spPr/>
    </dgm:pt>
    <dgm:pt modelId="{EF685712-EB0D-4636-9AF4-69D6B0C60B8B}" type="pres">
      <dgm:prSet presAssocID="{1E6DFC98-4953-4AB0-8063-C84B97C2E203}" presName="rootConnector" presStyleLbl="node3" presStyleIdx="3" presStyleCnt="5"/>
      <dgm:spPr/>
    </dgm:pt>
    <dgm:pt modelId="{90A5F2D7-BB64-42A5-ADFE-5FB7F87A8424}" type="pres">
      <dgm:prSet presAssocID="{1E6DFC98-4953-4AB0-8063-C84B97C2E203}" presName="hierChild4" presStyleCnt="0"/>
      <dgm:spPr/>
    </dgm:pt>
    <dgm:pt modelId="{BA94822D-15B0-42BC-987C-B12383229207}" type="pres">
      <dgm:prSet presAssocID="{1E6DFC98-4953-4AB0-8063-C84B97C2E203}" presName="hierChild5" presStyleCnt="0"/>
      <dgm:spPr/>
    </dgm:pt>
    <dgm:pt modelId="{CA062CA7-6F37-43D5-B4BA-4B43060114D2}" type="pres">
      <dgm:prSet presAssocID="{83C10FEB-19E1-4CBA-A635-83A0C0D9513E}" presName="Name37" presStyleLbl="parChTrans1D3" presStyleIdx="4" presStyleCnt="5"/>
      <dgm:spPr/>
    </dgm:pt>
    <dgm:pt modelId="{72D677D3-86F1-4D57-B905-AC5DB1C2AF76}" type="pres">
      <dgm:prSet presAssocID="{43D4500C-521B-4475-A859-C9561C087B49}" presName="hierRoot2" presStyleCnt="0">
        <dgm:presLayoutVars>
          <dgm:hierBranch val="init"/>
        </dgm:presLayoutVars>
      </dgm:prSet>
      <dgm:spPr/>
    </dgm:pt>
    <dgm:pt modelId="{B7328647-F750-43DE-B868-6FDB9FDB63E3}" type="pres">
      <dgm:prSet presAssocID="{43D4500C-521B-4475-A859-C9561C087B49}" presName="rootComposite" presStyleCnt="0"/>
      <dgm:spPr/>
    </dgm:pt>
    <dgm:pt modelId="{40C34702-ECB9-4D58-8F83-B6BB2B6AF4E6}" type="pres">
      <dgm:prSet presAssocID="{43D4500C-521B-4475-A859-C9561C087B49}" presName="rootText" presStyleLbl="node3" presStyleIdx="4" presStyleCnt="5" custLinFactNeighborY="35373">
        <dgm:presLayoutVars>
          <dgm:chPref val="3"/>
        </dgm:presLayoutVars>
      </dgm:prSet>
      <dgm:spPr/>
    </dgm:pt>
    <dgm:pt modelId="{111318FC-DCEE-41F7-9677-F8A78CAEC872}" type="pres">
      <dgm:prSet presAssocID="{43D4500C-521B-4475-A859-C9561C087B49}" presName="rootConnector" presStyleLbl="node3" presStyleIdx="4" presStyleCnt="5"/>
      <dgm:spPr/>
    </dgm:pt>
    <dgm:pt modelId="{B6FF61CC-AA11-481A-99AF-99F78EFEC6D2}" type="pres">
      <dgm:prSet presAssocID="{43D4500C-521B-4475-A859-C9561C087B49}" presName="hierChild4" presStyleCnt="0"/>
      <dgm:spPr/>
    </dgm:pt>
    <dgm:pt modelId="{7EBF0D46-2FC0-471F-BDCB-CC1E1D0ECD85}" type="pres">
      <dgm:prSet presAssocID="{AC1E45E0-FE8B-480C-816B-4CC7B9F32F7A}" presName="Name37" presStyleLbl="parChTrans1D4" presStyleIdx="10" presStyleCnt="12"/>
      <dgm:spPr/>
    </dgm:pt>
    <dgm:pt modelId="{62C111BC-EA70-4BC3-99E2-F89B79519DCE}" type="pres">
      <dgm:prSet presAssocID="{FE452DA4-59C2-4A9B-9D90-79A860A1DD81}" presName="hierRoot2" presStyleCnt="0">
        <dgm:presLayoutVars>
          <dgm:hierBranch val="init"/>
        </dgm:presLayoutVars>
      </dgm:prSet>
      <dgm:spPr/>
    </dgm:pt>
    <dgm:pt modelId="{143F68CF-1FCD-4D19-8AF0-9567297C84C0}" type="pres">
      <dgm:prSet presAssocID="{FE452DA4-59C2-4A9B-9D90-79A860A1DD81}" presName="rootComposite" presStyleCnt="0"/>
      <dgm:spPr/>
    </dgm:pt>
    <dgm:pt modelId="{42D02F60-B6BA-41C9-9A09-E664F5EEE130}" type="pres">
      <dgm:prSet presAssocID="{FE452DA4-59C2-4A9B-9D90-79A860A1DD81}" presName="rootText" presStyleLbl="node4" presStyleIdx="6" presStyleCnt="8" custLinFactNeighborY="67573">
        <dgm:presLayoutVars>
          <dgm:chPref val="3"/>
        </dgm:presLayoutVars>
      </dgm:prSet>
      <dgm:spPr/>
    </dgm:pt>
    <dgm:pt modelId="{E111CE87-474F-44C1-B9EC-DF5721D612D4}" type="pres">
      <dgm:prSet presAssocID="{FE452DA4-59C2-4A9B-9D90-79A860A1DD81}" presName="rootConnector" presStyleLbl="node4" presStyleIdx="6" presStyleCnt="8"/>
      <dgm:spPr/>
    </dgm:pt>
    <dgm:pt modelId="{16E8BBAD-0BF3-4E15-BAA6-1C4AF6588EBB}" type="pres">
      <dgm:prSet presAssocID="{FE452DA4-59C2-4A9B-9D90-79A860A1DD81}" presName="hierChild4" presStyleCnt="0"/>
      <dgm:spPr/>
    </dgm:pt>
    <dgm:pt modelId="{84C0F918-8653-4DBC-8BBD-1C5338D60AC8}" type="pres">
      <dgm:prSet presAssocID="{FE452DA4-59C2-4A9B-9D90-79A860A1DD81}" presName="hierChild5" presStyleCnt="0"/>
      <dgm:spPr/>
    </dgm:pt>
    <dgm:pt modelId="{BC2ED127-6C00-4B66-8364-61BA56A4E4E8}" type="pres">
      <dgm:prSet presAssocID="{05F12A86-800C-46FC-8C8F-BEF71F5A7F90}" presName="Name37" presStyleLbl="parChTrans1D4" presStyleIdx="11" presStyleCnt="12"/>
      <dgm:spPr/>
    </dgm:pt>
    <dgm:pt modelId="{A6AA6693-E220-412B-9EC4-F6B8A113555E}" type="pres">
      <dgm:prSet presAssocID="{08381B05-0506-41B5-8F8C-0635DAA8A1C4}" presName="hierRoot2" presStyleCnt="0">
        <dgm:presLayoutVars>
          <dgm:hierBranch val="init"/>
        </dgm:presLayoutVars>
      </dgm:prSet>
      <dgm:spPr/>
    </dgm:pt>
    <dgm:pt modelId="{FCEABC25-239D-45E2-953E-86ED992A62CC}" type="pres">
      <dgm:prSet presAssocID="{08381B05-0506-41B5-8F8C-0635DAA8A1C4}" presName="rootComposite" presStyleCnt="0"/>
      <dgm:spPr/>
    </dgm:pt>
    <dgm:pt modelId="{09EBBA01-B693-4306-ACDA-5DF97B4B3D86}" type="pres">
      <dgm:prSet presAssocID="{08381B05-0506-41B5-8F8C-0635DAA8A1C4}" presName="rootText" presStyleLbl="node4" presStyleIdx="7" presStyleCnt="8" custLinFactY="4511" custLinFactNeighborX="229" custLinFactNeighborY="100000">
        <dgm:presLayoutVars>
          <dgm:chPref val="3"/>
        </dgm:presLayoutVars>
      </dgm:prSet>
      <dgm:spPr/>
    </dgm:pt>
    <dgm:pt modelId="{5129131E-3C2D-4EEB-8F65-18CF8CC3B7AA}" type="pres">
      <dgm:prSet presAssocID="{08381B05-0506-41B5-8F8C-0635DAA8A1C4}" presName="rootConnector" presStyleLbl="node4" presStyleIdx="7" presStyleCnt="8"/>
      <dgm:spPr/>
    </dgm:pt>
    <dgm:pt modelId="{E921EA40-5C6D-4CC3-B235-1ADDF0DCE764}" type="pres">
      <dgm:prSet presAssocID="{08381B05-0506-41B5-8F8C-0635DAA8A1C4}" presName="hierChild4" presStyleCnt="0"/>
      <dgm:spPr/>
    </dgm:pt>
    <dgm:pt modelId="{7B21709E-691F-4035-B1C9-27BA027AFABC}" type="pres">
      <dgm:prSet presAssocID="{08381B05-0506-41B5-8F8C-0635DAA8A1C4}" presName="hierChild5" presStyleCnt="0"/>
      <dgm:spPr/>
    </dgm:pt>
    <dgm:pt modelId="{1DEED3A1-AC24-459E-8158-045F55BBA73A}" type="pres">
      <dgm:prSet presAssocID="{43D4500C-521B-4475-A859-C9561C087B49}" presName="hierChild5" presStyleCnt="0"/>
      <dgm:spPr/>
    </dgm:pt>
    <dgm:pt modelId="{075ADA34-35FF-4252-9C9C-C6EF97F77D7C}" type="pres">
      <dgm:prSet presAssocID="{3D1388F6-A561-4398-AA13-BA496EE8D225}" presName="hierChild5" presStyleCnt="0"/>
      <dgm:spPr/>
    </dgm:pt>
    <dgm:pt modelId="{EC7E4BBF-CEEF-4363-A4C6-C6DDB2F89DF3}" type="pres">
      <dgm:prSet presAssocID="{C5ADA222-9D9A-4CE6-839D-E23E6DCF3598}" presName="hierChild3" presStyleCnt="0"/>
      <dgm:spPr/>
    </dgm:pt>
  </dgm:ptLst>
  <dgm:cxnLst>
    <dgm:cxn modelId="{F540E501-A461-4766-862B-C94BBA92DA23}" type="presOf" srcId="{C5ADA222-9D9A-4CE6-839D-E23E6DCF3598}" destId="{9702A8E8-E48E-4257-BA1B-2391B5F071B9}" srcOrd="0" destOrd="0" presId="urn:microsoft.com/office/officeart/2005/8/layout/orgChart1"/>
    <dgm:cxn modelId="{96602C04-7972-4C65-9770-3085C385A3F7}" type="presOf" srcId="{12E45414-4AE5-43D6-A9AC-AFC8F20A7D0F}" destId="{915F8606-9FDE-4F3D-B8C6-90A8872A27A9}" srcOrd="0" destOrd="0" presId="urn:microsoft.com/office/officeart/2005/8/layout/orgChart1"/>
    <dgm:cxn modelId="{1514A914-2450-4051-BA8D-4D633A3C49A8}" type="presOf" srcId="{D9E6A497-14D6-4257-AD9E-EAF0F2399A1B}" destId="{64CB48CE-33B3-4A21-B97D-F86D9E7AEEF4}" srcOrd="0" destOrd="0" presId="urn:microsoft.com/office/officeart/2005/8/layout/orgChart1"/>
    <dgm:cxn modelId="{4E97E515-3935-4736-ACF1-A5143C15312F}" type="presOf" srcId="{3B14483E-3CF1-42D4-A1AB-E17D229E13CB}" destId="{ABAFD479-1140-4523-8A66-CBB4765A34C4}" srcOrd="0" destOrd="0" presId="urn:microsoft.com/office/officeart/2005/8/layout/orgChart1"/>
    <dgm:cxn modelId="{10320B17-47CF-4DA7-95CA-1E36A97A96CB}" type="presOf" srcId="{6AF59F5A-3FAA-43C8-AB68-3CEE66C51B24}" destId="{6C91EDB2-FBF9-4E24-8197-218F6D4C4B96}" srcOrd="1" destOrd="0" presId="urn:microsoft.com/office/officeart/2005/8/layout/orgChart1"/>
    <dgm:cxn modelId="{BB98B017-FA90-478A-95A2-5BCB15DE0CA8}" type="presOf" srcId="{56CF0D81-AB35-4109-BFE9-9D2FA699F80E}" destId="{8CADD1AE-9C6D-4507-A649-962C62E85E0C}" srcOrd="0" destOrd="0" presId="urn:microsoft.com/office/officeart/2005/8/layout/orgChart1"/>
    <dgm:cxn modelId="{5A5A521A-2F5F-4A53-AE26-54EB3166241C}" srcId="{43D4500C-521B-4475-A859-C9561C087B49}" destId="{FE452DA4-59C2-4A9B-9D90-79A860A1DD81}" srcOrd="0" destOrd="0" parTransId="{AC1E45E0-FE8B-480C-816B-4CC7B9F32F7A}" sibTransId="{6F9CCE21-04C5-429E-AF8C-EBB4C8531B2A}"/>
    <dgm:cxn modelId="{6174FE1C-829D-4E36-BDE1-914FC429F21A}" srcId="{3B14483E-3CF1-42D4-A1AB-E17D229E13CB}" destId="{F82F5B45-7A7B-4D32-B759-6DF04DF1A77A}" srcOrd="0" destOrd="0" parTransId="{72596BEB-8F9C-45C7-BBF1-A8C9F341EB0E}" sibTransId="{5B6F99EA-20A3-402C-9D4D-64CDF2DC8461}"/>
    <dgm:cxn modelId="{5F1F731D-92C0-4367-B7C9-D0C105DB35B8}" type="presOf" srcId="{B70B9120-0527-42C6-B311-79D62A7CEB5B}" destId="{4119F2AC-EC80-4317-8C76-DBE2F38F5752}" srcOrd="0" destOrd="0" presId="urn:microsoft.com/office/officeart/2005/8/layout/orgChart1"/>
    <dgm:cxn modelId="{EA067A1E-507A-4569-B60F-50BFF49E7E71}" type="presOf" srcId="{891E0163-6A95-48B5-AA70-3BEF9991DCD8}" destId="{FEBFC5E6-1457-4530-9C1E-8764DF379BB2}" srcOrd="0" destOrd="0" presId="urn:microsoft.com/office/officeart/2005/8/layout/orgChart1"/>
    <dgm:cxn modelId="{BC4F5023-92A1-4C89-B708-8675A1C58A12}" srcId="{43D4500C-521B-4475-A859-C9561C087B49}" destId="{08381B05-0506-41B5-8F8C-0635DAA8A1C4}" srcOrd="1" destOrd="0" parTransId="{05F12A86-800C-46FC-8C8F-BEF71F5A7F90}" sibTransId="{3C70B2B3-4348-465E-96EE-FF4B29EB8530}"/>
    <dgm:cxn modelId="{2B9F6C23-860E-4F37-9B19-47315529C15A}" type="presOf" srcId="{1787A5B0-D109-498A-BAD0-AC0917F6D5BA}" destId="{3A6AED06-ADA7-4FE4-B6E6-C18C370639BF}" srcOrd="0" destOrd="0" presId="urn:microsoft.com/office/officeart/2005/8/layout/orgChart1"/>
    <dgm:cxn modelId="{E50ECC23-4BF0-44AB-AA2E-17E3DC14C431}" srcId="{F82F5B45-7A7B-4D32-B759-6DF04DF1A77A}" destId="{D81C9470-AA40-45FA-BDAA-850DB7D22DED}" srcOrd="0" destOrd="0" parTransId="{577E77B9-A833-412C-B17F-EE30552F25AC}" sibTransId="{0F472F61-1D54-4E0E-BDEE-80D760D46FF2}"/>
    <dgm:cxn modelId="{2E039225-1BA4-4A9A-AA80-780A8F8BBDD2}" type="presOf" srcId="{F219C30D-7744-4A05-8AA5-316F3D8AEBD0}" destId="{525C1127-980A-4135-9F26-68A4B658688E}" srcOrd="0" destOrd="0" presId="urn:microsoft.com/office/officeart/2005/8/layout/orgChart1"/>
    <dgm:cxn modelId="{25397126-CDB8-4D65-8E32-A209C604D3F7}" type="presOf" srcId="{6AF59F5A-3FAA-43C8-AB68-3CEE66C51B24}" destId="{63A11064-8500-4C8F-9F4D-4DC3AE1EA455}" srcOrd="0" destOrd="0" presId="urn:microsoft.com/office/officeart/2005/8/layout/orgChart1"/>
    <dgm:cxn modelId="{4BFC9E26-A4C3-4417-9868-210C8EE38D83}" type="presOf" srcId="{1A1E79E0-BA90-4888-AFC2-B1CEA7786E67}" destId="{E84C83E8-D214-437B-AEA6-C72DF58DAF18}" srcOrd="0" destOrd="0" presId="urn:microsoft.com/office/officeart/2005/8/layout/orgChart1"/>
    <dgm:cxn modelId="{292A9928-17A2-43BB-B458-C7A1E4AFE943}" type="presOf" srcId="{3D1388F6-A561-4398-AA13-BA496EE8D225}" destId="{321B5512-A896-4B69-8177-F3F32576E613}" srcOrd="1" destOrd="0" presId="urn:microsoft.com/office/officeart/2005/8/layout/orgChart1"/>
    <dgm:cxn modelId="{D493882C-0F94-4F11-BE0D-FAC51441858D}" type="presOf" srcId="{72596BEB-8F9C-45C7-BBF1-A8C9F341EB0E}" destId="{7743570F-51C1-4DA6-91F3-E07837E8CB9F}" srcOrd="0" destOrd="0" presId="urn:microsoft.com/office/officeart/2005/8/layout/orgChart1"/>
    <dgm:cxn modelId="{C365D62D-435C-4854-BD4D-46BEC693C867}" srcId="{D9E6A497-14D6-4257-AD9E-EAF0F2399A1B}" destId="{11CA62C5-AC02-43EC-9E5E-454CDC37D5FE}" srcOrd="1" destOrd="0" parTransId="{6EB5EDE0-3B27-40F3-9FD8-568096A92CED}" sibTransId="{F2314A0B-4851-4DE8-8364-A2783AD35373}"/>
    <dgm:cxn modelId="{88D17631-EDCF-4F00-96AF-2E6848B476A4}" type="presOf" srcId="{3B14483E-3CF1-42D4-A1AB-E17D229E13CB}" destId="{13894E0F-1E84-403A-B361-432459AFFB89}" srcOrd="1" destOrd="0" presId="urn:microsoft.com/office/officeart/2005/8/layout/orgChart1"/>
    <dgm:cxn modelId="{3A9F9E33-AFA0-4BD7-A96C-EC291C7E19A2}" type="presOf" srcId="{F82F5B45-7A7B-4D32-B759-6DF04DF1A77A}" destId="{F23DB641-6FA1-46CC-B18D-7D0FFDFD4BEE}" srcOrd="1" destOrd="0" presId="urn:microsoft.com/office/officeart/2005/8/layout/orgChart1"/>
    <dgm:cxn modelId="{A2C96F3F-EEAB-4CD0-BDE2-4F8719B1BECD}" srcId="{A76EA5CA-730F-4473-9B73-830E710B4A5B}" destId="{C5ADA222-9D9A-4CE6-839D-E23E6DCF3598}" srcOrd="0" destOrd="0" parTransId="{8ED111A1-4A11-4EE2-A8BE-ADE3E03A605E}" sibTransId="{3DEF1A0B-4710-483D-8438-79BAD175E7F2}"/>
    <dgm:cxn modelId="{DF625643-7099-43D5-AF25-A9A4D8510570}" type="presOf" srcId="{CCF3841B-11F8-44B1-B051-0DDD11820F15}" destId="{46070D52-0D9E-40B2-955B-43C93B79EE82}" srcOrd="0" destOrd="0" presId="urn:microsoft.com/office/officeart/2005/8/layout/orgChart1"/>
    <dgm:cxn modelId="{85A76644-2501-4D28-9BB6-37F0AFED16D2}" srcId="{3D1388F6-A561-4398-AA13-BA496EE8D225}" destId="{43D4500C-521B-4475-A859-C9561C087B49}" srcOrd="1" destOrd="0" parTransId="{83C10FEB-19E1-4CBA-A635-83A0C0D9513E}" sibTransId="{1915AD44-32F4-45F0-A1C7-70033E9373CA}"/>
    <dgm:cxn modelId="{B4F68E44-39F3-4886-9186-8F5FE2E0CC22}" type="presOf" srcId="{6AAEE6B5-87C8-4924-B053-6A2DECCD5A63}" destId="{0555F592-A84B-4F35-8F0F-62030EBA6AA3}" srcOrd="0" destOrd="0" presId="urn:microsoft.com/office/officeart/2005/8/layout/orgChart1"/>
    <dgm:cxn modelId="{199D2F45-75AC-4A6A-BFA9-570A8C0FEBCB}" srcId="{C5ADA222-9D9A-4CE6-839D-E23E6DCF3598}" destId="{3D1388F6-A561-4398-AA13-BA496EE8D225}" srcOrd="1" destOrd="0" parTransId="{B70B9120-0527-42C6-B311-79D62A7CEB5B}" sibTransId="{73322895-448E-46EB-B7FF-4A10BF408E5E}"/>
    <dgm:cxn modelId="{4AA31B48-6CFD-46BB-95F1-FF4466C72517}" type="presOf" srcId="{2F687793-0128-49B3-A167-4FF1F8B7FF98}" destId="{7616F4C6-4A1B-4371-BACF-B01520BD3D9A}" srcOrd="0" destOrd="0" presId="urn:microsoft.com/office/officeart/2005/8/layout/orgChart1"/>
    <dgm:cxn modelId="{548A904C-1DFB-49F3-8CE5-A545803A39F0}" srcId="{D9E6A497-14D6-4257-AD9E-EAF0F2399A1B}" destId="{2F453D5F-F81D-412B-85C2-1DCE9A3FD147}" srcOrd="2" destOrd="0" parTransId="{1A1E79E0-BA90-4888-AFC2-B1CEA7786E67}" sibTransId="{47932844-B9FF-4AA8-8970-FE68B3ABC00F}"/>
    <dgm:cxn modelId="{C4F7244D-EF77-44FA-A6E3-6421ACF824DF}" type="presOf" srcId="{2F453D5F-F81D-412B-85C2-1DCE9A3FD147}" destId="{BB127B40-7171-4217-AA75-70E93176241E}" srcOrd="1" destOrd="0" presId="urn:microsoft.com/office/officeart/2005/8/layout/orgChart1"/>
    <dgm:cxn modelId="{A6AECE53-91C2-4CDB-899F-B67F282B4A44}" type="presOf" srcId="{AC1E45E0-FE8B-480C-816B-4CC7B9F32F7A}" destId="{7EBF0D46-2FC0-471F-BDCB-CC1E1D0ECD85}" srcOrd="0" destOrd="0" presId="urn:microsoft.com/office/officeart/2005/8/layout/orgChart1"/>
    <dgm:cxn modelId="{64820954-7309-4CB0-BB61-56AAE0DDA719}" type="presOf" srcId="{C5ADA222-9D9A-4CE6-839D-E23E6DCF3598}" destId="{AAAFA6F3-96B6-4245-B220-E4D8F308D1FA}" srcOrd="1" destOrd="0" presId="urn:microsoft.com/office/officeart/2005/8/layout/orgChart1"/>
    <dgm:cxn modelId="{6DE60358-7242-4141-8E75-07142FEA1640}" type="presOf" srcId="{D81C9470-AA40-45FA-BDAA-850DB7D22DED}" destId="{9006D490-8D52-4F66-8616-2C79CA063F68}" srcOrd="1" destOrd="0" presId="urn:microsoft.com/office/officeart/2005/8/layout/orgChart1"/>
    <dgm:cxn modelId="{4E15355D-C10A-44EF-B2EF-AF05C2C919BE}" srcId="{11CA62C5-AC02-43EC-9E5E-454CDC37D5FE}" destId="{6B97FC00-F096-4F6C-873B-54345F95855A}" srcOrd="1" destOrd="0" parTransId="{2F687793-0128-49B3-A167-4FF1F8B7FF98}" sibTransId="{9CCA2DCE-429A-478D-9291-0DBF04760B09}"/>
    <dgm:cxn modelId="{2043AF62-0566-49C6-AD3D-76F09B5B360A}" type="presOf" srcId="{FE452DA4-59C2-4A9B-9D90-79A860A1DD81}" destId="{42D02F60-B6BA-41C9-9A09-E664F5EEE130}" srcOrd="0" destOrd="0" presId="urn:microsoft.com/office/officeart/2005/8/layout/orgChart1"/>
    <dgm:cxn modelId="{9787EA62-BA72-48D4-B1E4-40AE58C61DD1}" type="presOf" srcId="{2F453D5F-F81D-412B-85C2-1DCE9A3FD147}" destId="{AC935CB3-41CD-481D-BE60-811A0C554411}" srcOrd="0" destOrd="0" presId="urn:microsoft.com/office/officeart/2005/8/layout/orgChart1"/>
    <dgm:cxn modelId="{5A503E64-5A1B-422E-95FE-FFED511A1E8E}" srcId="{3B14483E-3CF1-42D4-A1AB-E17D229E13CB}" destId="{CCF3841B-11F8-44B1-B051-0DDD11820F15}" srcOrd="1" destOrd="0" parTransId="{E4AACCE4-B974-436C-ADC5-0069D391F7AB}" sibTransId="{C8C6A493-E5BE-47F6-82F7-2BA607E743EE}"/>
    <dgm:cxn modelId="{D8F78066-0247-4794-AA97-54B9C5611E46}" type="presOf" srcId="{05F12A86-800C-46FC-8C8F-BEF71F5A7F90}" destId="{BC2ED127-6C00-4B66-8364-61BA56A4E4E8}" srcOrd="0" destOrd="0" presId="urn:microsoft.com/office/officeart/2005/8/layout/orgChart1"/>
    <dgm:cxn modelId="{EB7EFF69-C526-4558-B876-E9A471B3CCBD}" type="presOf" srcId="{12E45414-4AE5-43D6-A9AC-AFC8F20A7D0F}" destId="{43CFD1E4-DF0D-4422-91F3-96DBDC795F34}" srcOrd="1" destOrd="0" presId="urn:microsoft.com/office/officeart/2005/8/layout/orgChart1"/>
    <dgm:cxn modelId="{A853DA6B-25EB-456F-802B-DA10C37E0D21}" type="presOf" srcId="{4035F29A-6547-40E1-A4BB-DE9C93F08438}" destId="{027B2B7E-94D9-487B-BFE2-7A8DEBCDD625}" srcOrd="0" destOrd="0" presId="urn:microsoft.com/office/officeart/2005/8/layout/orgChart1"/>
    <dgm:cxn modelId="{B9CE0974-49B2-4BEC-A4E0-EC15B29F9305}" type="presOf" srcId="{FE452DA4-59C2-4A9B-9D90-79A860A1DD81}" destId="{E111CE87-474F-44C1-B9EC-DF5721D612D4}" srcOrd="1" destOrd="0" presId="urn:microsoft.com/office/officeart/2005/8/layout/orgChart1"/>
    <dgm:cxn modelId="{FCDAB374-65BE-4BD0-87FF-5E81E78013B1}" type="presOf" srcId="{6EB5EDE0-3B27-40F3-9FD8-568096A92CED}" destId="{4C1C2561-16EF-4957-9D56-809BCA20FC1B}" srcOrd="0" destOrd="0" presId="urn:microsoft.com/office/officeart/2005/8/layout/orgChart1"/>
    <dgm:cxn modelId="{CFA46677-915B-406A-93F1-9A1C2181F254}" type="presOf" srcId="{E6D25A47-327D-45E0-8FAA-EEA5BCD54D79}" destId="{0B18B11B-C7B8-48DA-98F7-F7DDF3A57F6F}" srcOrd="0" destOrd="0" presId="urn:microsoft.com/office/officeart/2005/8/layout/orgChart1"/>
    <dgm:cxn modelId="{DF3A0E78-9C9A-4A6B-8FEA-A063266E9C4A}" srcId="{F82F5B45-7A7B-4D32-B759-6DF04DF1A77A}" destId="{6AF59F5A-3FAA-43C8-AB68-3CEE66C51B24}" srcOrd="3" destOrd="0" parTransId="{891E0163-6A95-48B5-AA70-3BEF9991DCD8}" sibTransId="{8A2F3545-FF22-4846-A9C6-F8FB537F9128}"/>
    <dgm:cxn modelId="{AF8E3A81-AEA4-47AC-A61C-EAA6FEE7CE83}" type="presOf" srcId="{F219C30D-7744-4A05-8AA5-316F3D8AEBD0}" destId="{520ED5B0-0E9E-4ACC-B821-C879724317FD}" srcOrd="1" destOrd="0" presId="urn:microsoft.com/office/officeart/2005/8/layout/orgChart1"/>
    <dgm:cxn modelId="{69001683-E249-484E-ACA0-2C73E0C9D081}" type="presOf" srcId="{1787A5B0-D109-498A-BAD0-AC0917F6D5BA}" destId="{D52DD630-B9E0-41C0-B950-3A49A98BFAEB}" srcOrd="1" destOrd="0" presId="urn:microsoft.com/office/officeart/2005/8/layout/orgChart1"/>
    <dgm:cxn modelId="{B837AF86-D1F8-496A-8261-1259E5ECB859}" type="presOf" srcId="{E4AACCE4-B974-436C-ADC5-0069D391F7AB}" destId="{38382BC0-88E8-4E3D-8E68-C01F4EF27458}" srcOrd="0" destOrd="0" presId="urn:microsoft.com/office/officeart/2005/8/layout/orgChart1"/>
    <dgm:cxn modelId="{786C2D8A-875C-43C0-9FE2-F8FB9D7753C5}" type="presOf" srcId="{683126CC-29ED-405F-A272-6DDB0DA2F347}" destId="{EEB3441F-FEAE-4F48-A72B-D0B6229F6187}" srcOrd="1" destOrd="0" presId="urn:microsoft.com/office/officeart/2005/8/layout/orgChart1"/>
    <dgm:cxn modelId="{741F158E-C298-40AC-B5DF-84E6637616F3}" type="presOf" srcId="{648F9674-66B5-42CA-B39D-D5BB198B9CC6}" destId="{51E86D98-885E-4035-9824-867DD127FFCC}" srcOrd="0" destOrd="0" presId="urn:microsoft.com/office/officeart/2005/8/layout/orgChart1"/>
    <dgm:cxn modelId="{2B91A98E-7AB5-465C-BCDE-02078576A1DF}" type="presOf" srcId="{11CA62C5-AC02-43EC-9E5E-454CDC37D5FE}" destId="{7AF6F8C5-73CA-4ADA-9055-F70D7B4C8907}" srcOrd="1" destOrd="0" presId="urn:microsoft.com/office/officeart/2005/8/layout/orgChart1"/>
    <dgm:cxn modelId="{2502A094-66C5-4D0E-B879-CDDD390AEBB7}" type="presOf" srcId="{648F9674-66B5-42CA-B39D-D5BB198B9CC6}" destId="{B8E9D8CB-E781-4B63-AD1C-B781B945D7F9}" srcOrd="1" destOrd="0" presId="urn:microsoft.com/office/officeart/2005/8/layout/orgChart1"/>
    <dgm:cxn modelId="{2232B4A4-E457-46C9-8769-37DD418659FC}" type="presOf" srcId="{83C10FEB-19E1-4CBA-A635-83A0C0D9513E}" destId="{CA062CA7-6F37-43D5-B4BA-4B43060114D2}" srcOrd="0" destOrd="0" presId="urn:microsoft.com/office/officeart/2005/8/layout/orgChart1"/>
    <dgm:cxn modelId="{08163FA7-F25C-4A3C-9CCC-D12172FA7034}" srcId="{F82F5B45-7A7B-4D32-B759-6DF04DF1A77A}" destId="{683126CC-29ED-405F-A272-6DDB0DA2F347}" srcOrd="2" destOrd="0" parTransId="{F5363200-700A-4A9D-B9F1-24BC66E17B00}" sibTransId="{507C0C57-BFE4-41F1-AFDB-44E405402FD6}"/>
    <dgm:cxn modelId="{F64C60AA-54E3-421E-B99F-B4F4E1E61CCB}" type="presOf" srcId="{6B97FC00-F096-4F6C-873B-54345F95855A}" destId="{352F2A1D-D9E1-490B-A955-7BF4DF18CF23}" srcOrd="0" destOrd="0" presId="urn:microsoft.com/office/officeart/2005/8/layout/orgChart1"/>
    <dgm:cxn modelId="{CF85D7AB-71EB-4B47-B9C1-EF67696D1172}" srcId="{11CA62C5-AC02-43EC-9E5E-454CDC37D5FE}" destId="{12E45414-4AE5-43D6-A9AC-AFC8F20A7D0F}" srcOrd="0" destOrd="0" parTransId="{6AAEE6B5-87C8-4924-B053-6A2DECCD5A63}" sibTransId="{2208859C-952F-462C-B069-7747A7EBD39D}"/>
    <dgm:cxn modelId="{CABE72B2-40CD-4F3E-99F0-5BF646B2B774}" srcId="{C5ADA222-9D9A-4CE6-839D-E23E6DCF3598}" destId="{D9E6A497-14D6-4257-AD9E-EAF0F2399A1B}" srcOrd="0" destOrd="0" parTransId="{4035F29A-6547-40E1-A4BB-DE9C93F08438}" sibTransId="{F63DA928-ED53-4F34-9DE2-3457921ECD5E}"/>
    <dgm:cxn modelId="{F186C5B6-5CB9-4A8F-8918-56A2111C6A10}" type="presOf" srcId="{08381B05-0506-41B5-8F8C-0635DAA8A1C4}" destId="{5129131E-3C2D-4EEB-8F65-18CF8CC3B7AA}" srcOrd="1" destOrd="0" presId="urn:microsoft.com/office/officeart/2005/8/layout/orgChart1"/>
    <dgm:cxn modelId="{3D89DDB7-4B3F-4F3F-9DA6-1C4065798B0C}" type="presOf" srcId="{43D4500C-521B-4475-A859-C9561C087B49}" destId="{40C34702-ECB9-4D58-8F83-B6BB2B6AF4E6}" srcOrd="0" destOrd="0" presId="urn:microsoft.com/office/officeart/2005/8/layout/orgChart1"/>
    <dgm:cxn modelId="{122DF0B7-7BC9-4575-ACD5-A68742B646BA}" type="presOf" srcId="{DD69584A-FD7F-408C-AD00-876E67FA3BE5}" destId="{88B885AF-76DB-4C39-B469-8C63FD802808}" srcOrd="0" destOrd="0" presId="urn:microsoft.com/office/officeart/2005/8/layout/orgChart1"/>
    <dgm:cxn modelId="{41265EB9-D2B5-40D4-8167-475AEB74C72D}" type="presOf" srcId="{CCF3841B-11F8-44B1-B051-0DDD11820F15}" destId="{CD0BEE02-0297-4593-A0B0-8724AEA4B352}" srcOrd="1" destOrd="0" presId="urn:microsoft.com/office/officeart/2005/8/layout/orgChart1"/>
    <dgm:cxn modelId="{056768C3-36D7-4B67-99B7-7FCB8FBD66DD}" srcId="{F82F5B45-7A7B-4D32-B759-6DF04DF1A77A}" destId="{1787A5B0-D109-498A-BAD0-AC0917F6D5BA}" srcOrd="1" destOrd="0" parTransId="{DD69584A-FD7F-408C-AD00-876E67FA3BE5}" sibTransId="{B12B4648-AE37-483B-A31B-3EB6F79122AF}"/>
    <dgm:cxn modelId="{5EE413C5-1A91-41A9-BDBE-6AE373E9874C}" srcId="{3D1388F6-A561-4398-AA13-BA496EE8D225}" destId="{1E6DFC98-4953-4AB0-8063-C84B97C2E203}" srcOrd="0" destOrd="0" parTransId="{E6D25A47-327D-45E0-8FAA-EEA5BCD54D79}" sibTransId="{1F414A92-BE31-4500-AE3C-824D4288B312}"/>
    <dgm:cxn modelId="{6DF9E9C7-A34F-4EC3-8F40-36606C046B73}" type="presOf" srcId="{1E6DFC98-4953-4AB0-8063-C84B97C2E203}" destId="{E00ED0FF-9C27-478F-AB5B-A30C7A245387}" srcOrd="0" destOrd="0" presId="urn:microsoft.com/office/officeart/2005/8/layout/orgChart1"/>
    <dgm:cxn modelId="{E161C2C9-EEE3-4A7F-9E0C-1D581492E8A0}" type="presOf" srcId="{08381B05-0506-41B5-8F8C-0635DAA8A1C4}" destId="{09EBBA01-B693-4306-ACDA-5DF97B4B3D86}" srcOrd="0" destOrd="0" presId="urn:microsoft.com/office/officeart/2005/8/layout/orgChart1"/>
    <dgm:cxn modelId="{18C933CD-8DB7-4AF3-9D6E-41965A49ACDD}" srcId="{CCF3841B-11F8-44B1-B051-0DDD11820F15}" destId="{F219C30D-7744-4A05-8AA5-316F3D8AEBD0}" srcOrd="0" destOrd="0" parTransId="{DF317BB9-92F0-4BA3-A206-33976E2A0E9D}" sibTransId="{109A3E44-4739-416F-B966-AB020C41B0FC}"/>
    <dgm:cxn modelId="{0A609CCD-3C0E-44E1-8D22-082FE1C7E999}" type="presOf" srcId="{F82F5B45-7A7B-4D32-B759-6DF04DF1A77A}" destId="{CC9E8971-8C87-4A14-BB05-FAE081EDD9CE}" srcOrd="0" destOrd="0" presId="urn:microsoft.com/office/officeart/2005/8/layout/orgChart1"/>
    <dgm:cxn modelId="{42685CCE-3C33-4BE0-8DF1-322E07DB0B0E}" srcId="{CCF3841B-11F8-44B1-B051-0DDD11820F15}" destId="{648F9674-66B5-42CA-B39D-D5BB198B9CC6}" srcOrd="1" destOrd="0" parTransId="{2CC03BBF-5BA2-4340-B0A8-06FC19EC4EA5}" sibTransId="{23B96256-B5FA-44F0-AF54-E668CE55C8CD}"/>
    <dgm:cxn modelId="{6B8791CE-EA85-4A3C-BEE4-A26A87AB0DD0}" type="presOf" srcId="{A76EA5CA-730F-4473-9B73-830E710B4A5B}" destId="{A9C8EC64-7A77-4941-A669-D2CE90086599}" srcOrd="0" destOrd="0" presId="urn:microsoft.com/office/officeart/2005/8/layout/orgChart1"/>
    <dgm:cxn modelId="{F728F0D3-24E8-4F5C-BDB6-980E18F1BE8A}" type="presOf" srcId="{DF317BB9-92F0-4BA3-A206-33976E2A0E9D}" destId="{35D72266-6E39-43EE-B878-0CB149834091}" srcOrd="0" destOrd="0" presId="urn:microsoft.com/office/officeart/2005/8/layout/orgChart1"/>
    <dgm:cxn modelId="{9B166DD7-FDAF-4398-969D-DE9A5D6C53B8}" type="presOf" srcId="{1E6DFC98-4953-4AB0-8063-C84B97C2E203}" destId="{EF685712-EB0D-4636-9AF4-69D6B0C60B8B}" srcOrd="1" destOrd="0" presId="urn:microsoft.com/office/officeart/2005/8/layout/orgChart1"/>
    <dgm:cxn modelId="{3AFE24D8-A1D9-4482-A548-3E7FF6376ED6}" type="presOf" srcId="{683126CC-29ED-405F-A272-6DDB0DA2F347}" destId="{98B1ECC1-A5D0-42E9-AF15-451E315FDD42}" srcOrd="0" destOrd="0" presId="urn:microsoft.com/office/officeart/2005/8/layout/orgChart1"/>
    <dgm:cxn modelId="{DE1426D8-BDD2-482B-9E9F-68DD23A5F11E}" type="presOf" srcId="{43D4500C-521B-4475-A859-C9561C087B49}" destId="{111318FC-DCEE-41F7-9677-F8A78CAEC872}" srcOrd="1" destOrd="0" presId="urn:microsoft.com/office/officeart/2005/8/layout/orgChart1"/>
    <dgm:cxn modelId="{62FA1CD9-33DC-43B2-9A0D-49EA65DFEE95}" type="presOf" srcId="{3D1388F6-A561-4398-AA13-BA496EE8D225}" destId="{B9015D84-A9DC-45DB-9CA5-2D509D91F5E8}" srcOrd="0" destOrd="0" presId="urn:microsoft.com/office/officeart/2005/8/layout/orgChart1"/>
    <dgm:cxn modelId="{5D8470E4-37F4-460A-9DAF-A7845C974DE4}" type="presOf" srcId="{577E77B9-A833-412C-B17F-EE30552F25AC}" destId="{E7ECD5EE-1A59-4F89-AD61-82EA45234F47}" srcOrd="0" destOrd="0" presId="urn:microsoft.com/office/officeart/2005/8/layout/orgChart1"/>
    <dgm:cxn modelId="{664D27E5-8B0D-4F58-B4F0-9EEB5D0EDAF2}" type="presOf" srcId="{6B97FC00-F096-4F6C-873B-54345F95855A}" destId="{01505B8A-27AC-4A1A-AE36-2CB98F7160C9}" srcOrd="1" destOrd="0" presId="urn:microsoft.com/office/officeart/2005/8/layout/orgChart1"/>
    <dgm:cxn modelId="{E8E06BE9-13B7-4938-ABAD-192639416DF0}" type="presOf" srcId="{D81C9470-AA40-45FA-BDAA-850DB7D22DED}" destId="{E33F6489-64EC-4DAC-A37A-82AEEA9C7DCA}" srcOrd="0" destOrd="0" presId="urn:microsoft.com/office/officeart/2005/8/layout/orgChart1"/>
    <dgm:cxn modelId="{FB93CEEC-A712-496F-9FEE-63D66E37EA56}" srcId="{D9E6A497-14D6-4257-AD9E-EAF0F2399A1B}" destId="{3B14483E-3CF1-42D4-A1AB-E17D229E13CB}" srcOrd="0" destOrd="0" parTransId="{56CF0D81-AB35-4109-BFE9-9D2FA699F80E}" sibTransId="{74F1915D-931A-4368-B39E-00E257259E95}"/>
    <dgm:cxn modelId="{C8BBE4F2-1D6C-4FD5-9212-677471A82468}" type="presOf" srcId="{2CC03BBF-5BA2-4340-B0A8-06FC19EC4EA5}" destId="{DBEE4CFE-E1C5-4270-84EA-A4017ADF00B0}" srcOrd="0" destOrd="0" presId="urn:microsoft.com/office/officeart/2005/8/layout/orgChart1"/>
    <dgm:cxn modelId="{C87E28F4-E0EF-4DE4-AEF4-7F73D1E4246B}" type="presOf" srcId="{D9E6A497-14D6-4257-AD9E-EAF0F2399A1B}" destId="{A4045B24-4C77-4FA3-954C-13CE0BA9053D}" srcOrd="1" destOrd="0" presId="urn:microsoft.com/office/officeart/2005/8/layout/orgChart1"/>
    <dgm:cxn modelId="{9CC9D6F5-95FA-4722-822E-C0D80527BA0C}" type="presOf" srcId="{F5363200-700A-4A9D-B9F1-24BC66E17B00}" destId="{3FC7B98C-B0B2-4EE9-A4D6-DAECE53C2D20}" srcOrd="0" destOrd="0" presId="urn:microsoft.com/office/officeart/2005/8/layout/orgChart1"/>
    <dgm:cxn modelId="{198B6DF8-FE34-4FF6-9F2C-ED49DE47BA7B}" type="presOf" srcId="{11CA62C5-AC02-43EC-9E5E-454CDC37D5FE}" destId="{81761C16-2BAC-4868-94D3-EC9328290255}" srcOrd="0" destOrd="0" presId="urn:microsoft.com/office/officeart/2005/8/layout/orgChart1"/>
    <dgm:cxn modelId="{6CCA8994-66EB-4810-8416-E98CAA8AC94E}" type="presParOf" srcId="{A9C8EC64-7A77-4941-A669-D2CE90086599}" destId="{D8D8D190-7E38-4FFB-88A0-0E03DD0EFC16}" srcOrd="0" destOrd="0" presId="urn:microsoft.com/office/officeart/2005/8/layout/orgChart1"/>
    <dgm:cxn modelId="{FD1A2553-68D0-439C-A2F8-BC7A6B3EE831}" type="presParOf" srcId="{D8D8D190-7E38-4FFB-88A0-0E03DD0EFC16}" destId="{108EAE59-2031-4C42-B1EE-76679168B350}" srcOrd="0" destOrd="0" presId="urn:microsoft.com/office/officeart/2005/8/layout/orgChart1"/>
    <dgm:cxn modelId="{6C0F2481-6820-4A6F-95B6-033C2A1B7073}" type="presParOf" srcId="{108EAE59-2031-4C42-B1EE-76679168B350}" destId="{9702A8E8-E48E-4257-BA1B-2391B5F071B9}" srcOrd="0" destOrd="0" presId="urn:microsoft.com/office/officeart/2005/8/layout/orgChart1"/>
    <dgm:cxn modelId="{0D532C15-0716-4516-B4BD-DFE7609A68E1}" type="presParOf" srcId="{108EAE59-2031-4C42-B1EE-76679168B350}" destId="{AAAFA6F3-96B6-4245-B220-E4D8F308D1FA}" srcOrd="1" destOrd="0" presId="urn:microsoft.com/office/officeart/2005/8/layout/orgChart1"/>
    <dgm:cxn modelId="{90A4FD06-87E5-407C-8EB6-03867BBEF1BA}" type="presParOf" srcId="{D8D8D190-7E38-4FFB-88A0-0E03DD0EFC16}" destId="{AAC2798B-8EA0-433D-AB58-6B5933B686EB}" srcOrd="1" destOrd="0" presId="urn:microsoft.com/office/officeart/2005/8/layout/orgChart1"/>
    <dgm:cxn modelId="{7083E912-2AC9-4265-8418-7FAEEEB7F2C8}" type="presParOf" srcId="{AAC2798B-8EA0-433D-AB58-6B5933B686EB}" destId="{027B2B7E-94D9-487B-BFE2-7A8DEBCDD625}" srcOrd="0" destOrd="0" presId="urn:microsoft.com/office/officeart/2005/8/layout/orgChart1"/>
    <dgm:cxn modelId="{6BFFC6AA-BB24-4CFC-A83B-3DA8F9889EAF}" type="presParOf" srcId="{AAC2798B-8EA0-433D-AB58-6B5933B686EB}" destId="{99FAC607-8253-41C1-BCA1-E154018656BD}" srcOrd="1" destOrd="0" presId="urn:microsoft.com/office/officeart/2005/8/layout/orgChart1"/>
    <dgm:cxn modelId="{12319D3A-224B-4C8C-9B7C-9A6429D485CA}" type="presParOf" srcId="{99FAC607-8253-41C1-BCA1-E154018656BD}" destId="{597B53D8-04D7-4E35-96B7-28B04975EBB6}" srcOrd="0" destOrd="0" presId="urn:microsoft.com/office/officeart/2005/8/layout/orgChart1"/>
    <dgm:cxn modelId="{FA87CC37-B813-479E-8A89-AB9F630A7D5A}" type="presParOf" srcId="{597B53D8-04D7-4E35-96B7-28B04975EBB6}" destId="{64CB48CE-33B3-4A21-B97D-F86D9E7AEEF4}" srcOrd="0" destOrd="0" presId="urn:microsoft.com/office/officeart/2005/8/layout/orgChart1"/>
    <dgm:cxn modelId="{730554E9-64E6-4A6E-84B4-9B74C1A6262E}" type="presParOf" srcId="{597B53D8-04D7-4E35-96B7-28B04975EBB6}" destId="{A4045B24-4C77-4FA3-954C-13CE0BA9053D}" srcOrd="1" destOrd="0" presId="urn:microsoft.com/office/officeart/2005/8/layout/orgChart1"/>
    <dgm:cxn modelId="{CDBD938F-CE58-4A99-AD30-D4005D4365CC}" type="presParOf" srcId="{99FAC607-8253-41C1-BCA1-E154018656BD}" destId="{941B7FDA-5017-4944-8845-BF652AF77F12}" srcOrd="1" destOrd="0" presId="urn:microsoft.com/office/officeart/2005/8/layout/orgChart1"/>
    <dgm:cxn modelId="{1AC3B495-588E-4A77-BAD7-8F6C37637A65}" type="presParOf" srcId="{941B7FDA-5017-4944-8845-BF652AF77F12}" destId="{8CADD1AE-9C6D-4507-A649-962C62E85E0C}" srcOrd="0" destOrd="0" presId="urn:microsoft.com/office/officeart/2005/8/layout/orgChart1"/>
    <dgm:cxn modelId="{9B5AE0FB-581D-414C-9B1F-E97563FE2ECA}" type="presParOf" srcId="{941B7FDA-5017-4944-8845-BF652AF77F12}" destId="{6CBE539A-97BF-4AC8-8E7E-FDFB752FB727}" srcOrd="1" destOrd="0" presId="urn:microsoft.com/office/officeart/2005/8/layout/orgChart1"/>
    <dgm:cxn modelId="{4B443FA3-624C-4007-AAA0-3B8FD99A8A24}" type="presParOf" srcId="{6CBE539A-97BF-4AC8-8E7E-FDFB752FB727}" destId="{1FF033C9-BDDD-4779-B33A-1515ED21D1B5}" srcOrd="0" destOrd="0" presId="urn:microsoft.com/office/officeart/2005/8/layout/orgChart1"/>
    <dgm:cxn modelId="{70DFDB18-A9B3-406F-86BC-732C44311F2F}" type="presParOf" srcId="{1FF033C9-BDDD-4779-B33A-1515ED21D1B5}" destId="{ABAFD479-1140-4523-8A66-CBB4765A34C4}" srcOrd="0" destOrd="0" presId="urn:microsoft.com/office/officeart/2005/8/layout/orgChart1"/>
    <dgm:cxn modelId="{177FD0C2-E623-43E8-A6FF-E703F65F9988}" type="presParOf" srcId="{1FF033C9-BDDD-4779-B33A-1515ED21D1B5}" destId="{13894E0F-1E84-403A-B361-432459AFFB89}" srcOrd="1" destOrd="0" presId="urn:microsoft.com/office/officeart/2005/8/layout/orgChart1"/>
    <dgm:cxn modelId="{6A357C14-0C70-4465-BA51-83212413C67D}" type="presParOf" srcId="{6CBE539A-97BF-4AC8-8E7E-FDFB752FB727}" destId="{42B8C199-4C89-4443-B94F-DEF71C9F4F9F}" srcOrd="1" destOrd="0" presId="urn:microsoft.com/office/officeart/2005/8/layout/orgChart1"/>
    <dgm:cxn modelId="{6A3735C3-E52F-43F6-9129-53FF4F29368C}" type="presParOf" srcId="{42B8C199-4C89-4443-B94F-DEF71C9F4F9F}" destId="{7743570F-51C1-4DA6-91F3-E07837E8CB9F}" srcOrd="0" destOrd="0" presId="urn:microsoft.com/office/officeart/2005/8/layout/orgChart1"/>
    <dgm:cxn modelId="{5DD4F201-2726-42EB-AC68-CE3CBA2BDBF4}" type="presParOf" srcId="{42B8C199-4C89-4443-B94F-DEF71C9F4F9F}" destId="{25232F33-4897-4355-9B5D-BD522ABCC442}" srcOrd="1" destOrd="0" presId="urn:microsoft.com/office/officeart/2005/8/layout/orgChart1"/>
    <dgm:cxn modelId="{3BE78AE7-E26C-4B73-BD02-2A3EDF9BC722}" type="presParOf" srcId="{25232F33-4897-4355-9B5D-BD522ABCC442}" destId="{4AE6B74C-9051-4457-970F-93B28A7721DB}" srcOrd="0" destOrd="0" presId="urn:microsoft.com/office/officeart/2005/8/layout/orgChart1"/>
    <dgm:cxn modelId="{4DE7AC4A-DA15-43B6-AA65-B63FE07DF8E5}" type="presParOf" srcId="{4AE6B74C-9051-4457-970F-93B28A7721DB}" destId="{CC9E8971-8C87-4A14-BB05-FAE081EDD9CE}" srcOrd="0" destOrd="0" presId="urn:microsoft.com/office/officeart/2005/8/layout/orgChart1"/>
    <dgm:cxn modelId="{5F356E56-EE85-4E5B-8A7D-CF57CA111DB4}" type="presParOf" srcId="{4AE6B74C-9051-4457-970F-93B28A7721DB}" destId="{F23DB641-6FA1-46CC-B18D-7D0FFDFD4BEE}" srcOrd="1" destOrd="0" presId="urn:microsoft.com/office/officeart/2005/8/layout/orgChart1"/>
    <dgm:cxn modelId="{EB79E39D-FA43-4BB4-BB1F-5696B6A02624}" type="presParOf" srcId="{25232F33-4897-4355-9B5D-BD522ABCC442}" destId="{B93525DA-100A-4C35-8E20-CA9B6953A353}" srcOrd="1" destOrd="0" presId="urn:microsoft.com/office/officeart/2005/8/layout/orgChart1"/>
    <dgm:cxn modelId="{0BB4DE76-195C-4237-BFF7-253B78D955C4}" type="presParOf" srcId="{25232F33-4897-4355-9B5D-BD522ABCC442}" destId="{3033E56D-D8E1-404E-98F0-6BEF07A5F43F}" srcOrd="2" destOrd="0" presId="urn:microsoft.com/office/officeart/2005/8/layout/orgChart1"/>
    <dgm:cxn modelId="{BE6D1D55-A43F-46D5-92DD-792684D59AB0}" type="presParOf" srcId="{3033E56D-D8E1-404E-98F0-6BEF07A5F43F}" destId="{E7ECD5EE-1A59-4F89-AD61-82EA45234F47}" srcOrd="0" destOrd="0" presId="urn:microsoft.com/office/officeart/2005/8/layout/orgChart1"/>
    <dgm:cxn modelId="{ED3F08FB-F80C-4AB2-8617-75C9DE27A3BB}" type="presParOf" srcId="{3033E56D-D8E1-404E-98F0-6BEF07A5F43F}" destId="{1E9A3E5B-D599-40E7-BBE1-697B619906D1}" srcOrd="1" destOrd="0" presId="urn:microsoft.com/office/officeart/2005/8/layout/orgChart1"/>
    <dgm:cxn modelId="{EE18CF2E-2B7D-43EA-B891-9873BFE4D4E2}" type="presParOf" srcId="{1E9A3E5B-D599-40E7-BBE1-697B619906D1}" destId="{1A133F73-7BC2-4F37-96BF-2807BC02BE50}" srcOrd="0" destOrd="0" presId="urn:microsoft.com/office/officeart/2005/8/layout/orgChart1"/>
    <dgm:cxn modelId="{196B4010-C301-477A-B72C-5E83FE62BB24}" type="presParOf" srcId="{1A133F73-7BC2-4F37-96BF-2807BC02BE50}" destId="{E33F6489-64EC-4DAC-A37A-82AEEA9C7DCA}" srcOrd="0" destOrd="0" presId="urn:microsoft.com/office/officeart/2005/8/layout/orgChart1"/>
    <dgm:cxn modelId="{5AB14DB5-C23C-452B-92EF-EE01197BDB50}" type="presParOf" srcId="{1A133F73-7BC2-4F37-96BF-2807BC02BE50}" destId="{9006D490-8D52-4F66-8616-2C79CA063F68}" srcOrd="1" destOrd="0" presId="urn:microsoft.com/office/officeart/2005/8/layout/orgChart1"/>
    <dgm:cxn modelId="{E609328F-40A8-496C-8FD2-CBBC0CD6956A}" type="presParOf" srcId="{1E9A3E5B-D599-40E7-BBE1-697B619906D1}" destId="{5E22F6F2-46F0-463A-9109-7716855F39BD}" srcOrd="1" destOrd="0" presId="urn:microsoft.com/office/officeart/2005/8/layout/orgChart1"/>
    <dgm:cxn modelId="{80CADB05-D6EB-42A9-8CEC-1CBE47AADC8A}" type="presParOf" srcId="{1E9A3E5B-D599-40E7-BBE1-697B619906D1}" destId="{E27C2A39-BE64-4B98-B385-7C5F0B0A8E50}" srcOrd="2" destOrd="0" presId="urn:microsoft.com/office/officeart/2005/8/layout/orgChart1"/>
    <dgm:cxn modelId="{CDF70D8A-2003-4862-B18D-0222A70D99BF}" type="presParOf" srcId="{3033E56D-D8E1-404E-98F0-6BEF07A5F43F}" destId="{88B885AF-76DB-4C39-B469-8C63FD802808}" srcOrd="2" destOrd="0" presId="urn:microsoft.com/office/officeart/2005/8/layout/orgChart1"/>
    <dgm:cxn modelId="{69E78137-8EE5-4417-A8B5-E1E4F3BFD0AF}" type="presParOf" srcId="{3033E56D-D8E1-404E-98F0-6BEF07A5F43F}" destId="{DCA36AC3-57FE-409D-9364-BB7440309A6C}" srcOrd="3" destOrd="0" presId="urn:microsoft.com/office/officeart/2005/8/layout/orgChart1"/>
    <dgm:cxn modelId="{4F36C5CD-F6E2-4017-93EB-083C7706368D}" type="presParOf" srcId="{DCA36AC3-57FE-409D-9364-BB7440309A6C}" destId="{491FE996-A170-4DC7-A321-9CD5A02833CA}" srcOrd="0" destOrd="0" presId="urn:microsoft.com/office/officeart/2005/8/layout/orgChart1"/>
    <dgm:cxn modelId="{BED9593C-8F9E-4A53-B527-125B62A82CBA}" type="presParOf" srcId="{491FE996-A170-4DC7-A321-9CD5A02833CA}" destId="{3A6AED06-ADA7-4FE4-B6E6-C18C370639BF}" srcOrd="0" destOrd="0" presId="urn:microsoft.com/office/officeart/2005/8/layout/orgChart1"/>
    <dgm:cxn modelId="{76E7F7FB-F357-4A76-AF5E-583D99905574}" type="presParOf" srcId="{491FE996-A170-4DC7-A321-9CD5A02833CA}" destId="{D52DD630-B9E0-41C0-B950-3A49A98BFAEB}" srcOrd="1" destOrd="0" presId="urn:microsoft.com/office/officeart/2005/8/layout/orgChart1"/>
    <dgm:cxn modelId="{F00A0163-4120-4DEA-A513-9EC4496F4A87}" type="presParOf" srcId="{DCA36AC3-57FE-409D-9364-BB7440309A6C}" destId="{27EF9048-38DA-4B6A-9B9E-87EDDC519DF3}" srcOrd="1" destOrd="0" presId="urn:microsoft.com/office/officeart/2005/8/layout/orgChart1"/>
    <dgm:cxn modelId="{A2C831B4-8EB5-4AE4-ACDB-CB3E65A2875C}" type="presParOf" srcId="{DCA36AC3-57FE-409D-9364-BB7440309A6C}" destId="{285C3DC7-D92E-4381-9362-B21707A793B1}" srcOrd="2" destOrd="0" presId="urn:microsoft.com/office/officeart/2005/8/layout/orgChart1"/>
    <dgm:cxn modelId="{343E686E-F078-48FC-A52E-75E372A3ED7F}" type="presParOf" srcId="{3033E56D-D8E1-404E-98F0-6BEF07A5F43F}" destId="{3FC7B98C-B0B2-4EE9-A4D6-DAECE53C2D20}" srcOrd="4" destOrd="0" presId="urn:microsoft.com/office/officeart/2005/8/layout/orgChart1"/>
    <dgm:cxn modelId="{919D7B85-2245-4C6F-95A0-493A6BAEB8AB}" type="presParOf" srcId="{3033E56D-D8E1-404E-98F0-6BEF07A5F43F}" destId="{DF9789AE-5086-4F91-9B2C-4BCF023C4EAA}" srcOrd="5" destOrd="0" presId="urn:microsoft.com/office/officeart/2005/8/layout/orgChart1"/>
    <dgm:cxn modelId="{57D75094-42E7-4948-B6C9-6C1E1DFEBF8D}" type="presParOf" srcId="{DF9789AE-5086-4F91-9B2C-4BCF023C4EAA}" destId="{11EC5927-8378-4088-AFF4-D8DEAF17DF6A}" srcOrd="0" destOrd="0" presId="urn:microsoft.com/office/officeart/2005/8/layout/orgChart1"/>
    <dgm:cxn modelId="{11DD9E51-E8DC-481A-80B1-1E1E4C4DA6CE}" type="presParOf" srcId="{11EC5927-8378-4088-AFF4-D8DEAF17DF6A}" destId="{98B1ECC1-A5D0-42E9-AF15-451E315FDD42}" srcOrd="0" destOrd="0" presId="urn:microsoft.com/office/officeart/2005/8/layout/orgChart1"/>
    <dgm:cxn modelId="{6839EF0F-15A6-4B26-8003-B2F4C07511E4}" type="presParOf" srcId="{11EC5927-8378-4088-AFF4-D8DEAF17DF6A}" destId="{EEB3441F-FEAE-4F48-A72B-D0B6229F6187}" srcOrd="1" destOrd="0" presId="urn:microsoft.com/office/officeart/2005/8/layout/orgChart1"/>
    <dgm:cxn modelId="{860E6606-847F-4A5B-8A1D-32808333FB46}" type="presParOf" srcId="{DF9789AE-5086-4F91-9B2C-4BCF023C4EAA}" destId="{878BCB23-9DA0-4145-B7B7-C03D1312E148}" srcOrd="1" destOrd="0" presId="urn:microsoft.com/office/officeart/2005/8/layout/orgChart1"/>
    <dgm:cxn modelId="{9CB61746-6EBA-460F-91EE-7F8FC71607E2}" type="presParOf" srcId="{DF9789AE-5086-4F91-9B2C-4BCF023C4EAA}" destId="{D5227163-9C69-40F2-B7A1-014DA9557798}" srcOrd="2" destOrd="0" presId="urn:microsoft.com/office/officeart/2005/8/layout/orgChart1"/>
    <dgm:cxn modelId="{6072CA6A-CC6C-4594-8B03-FDE18CC956BA}" type="presParOf" srcId="{3033E56D-D8E1-404E-98F0-6BEF07A5F43F}" destId="{FEBFC5E6-1457-4530-9C1E-8764DF379BB2}" srcOrd="6" destOrd="0" presId="urn:microsoft.com/office/officeart/2005/8/layout/orgChart1"/>
    <dgm:cxn modelId="{7ECD0554-9DA7-4283-AA06-B524F563B6D0}" type="presParOf" srcId="{3033E56D-D8E1-404E-98F0-6BEF07A5F43F}" destId="{29F12AE8-3E85-46C0-BE0B-0E46B6528864}" srcOrd="7" destOrd="0" presId="urn:microsoft.com/office/officeart/2005/8/layout/orgChart1"/>
    <dgm:cxn modelId="{1F71EB83-7D0F-4065-86DD-86B4F70961F9}" type="presParOf" srcId="{29F12AE8-3E85-46C0-BE0B-0E46B6528864}" destId="{7C802CDA-8BF8-4559-AC7C-E5C7CF854AE5}" srcOrd="0" destOrd="0" presId="urn:microsoft.com/office/officeart/2005/8/layout/orgChart1"/>
    <dgm:cxn modelId="{78DDA907-6556-4BF0-9D61-14F6F72BB920}" type="presParOf" srcId="{7C802CDA-8BF8-4559-AC7C-E5C7CF854AE5}" destId="{63A11064-8500-4C8F-9F4D-4DC3AE1EA455}" srcOrd="0" destOrd="0" presId="urn:microsoft.com/office/officeart/2005/8/layout/orgChart1"/>
    <dgm:cxn modelId="{84F1F0AD-40F6-49D6-9E46-D2D4A2AC6A98}" type="presParOf" srcId="{7C802CDA-8BF8-4559-AC7C-E5C7CF854AE5}" destId="{6C91EDB2-FBF9-4E24-8197-218F6D4C4B96}" srcOrd="1" destOrd="0" presId="urn:microsoft.com/office/officeart/2005/8/layout/orgChart1"/>
    <dgm:cxn modelId="{590A2618-D05B-4CF5-9F5D-765255678D3A}" type="presParOf" srcId="{29F12AE8-3E85-46C0-BE0B-0E46B6528864}" destId="{FAB2EC30-8B58-40CB-9CDE-62906FE61585}" srcOrd="1" destOrd="0" presId="urn:microsoft.com/office/officeart/2005/8/layout/orgChart1"/>
    <dgm:cxn modelId="{EB63C26D-F92B-4C77-9EF8-857120B65D1B}" type="presParOf" srcId="{29F12AE8-3E85-46C0-BE0B-0E46B6528864}" destId="{81860DAC-DAF2-46C3-A4FE-9A0115466ECD}" srcOrd="2" destOrd="0" presId="urn:microsoft.com/office/officeart/2005/8/layout/orgChart1"/>
    <dgm:cxn modelId="{18EA2CF4-61ED-4365-8A15-A9228474A9DA}" type="presParOf" srcId="{42B8C199-4C89-4443-B94F-DEF71C9F4F9F}" destId="{38382BC0-88E8-4E3D-8E68-C01F4EF27458}" srcOrd="2" destOrd="0" presId="urn:microsoft.com/office/officeart/2005/8/layout/orgChart1"/>
    <dgm:cxn modelId="{9BB241D2-7436-4551-A0D3-455735C87657}" type="presParOf" srcId="{42B8C199-4C89-4443-B94F-DEF71C9F4F9F}" destId="{6DF209FC-217D-4BB6-B4C0-AFAE9DFF8644}" srcOrd="3" destOrd="0" presId="urn:microsoft.com/office/officeart/2005/8/layout/orgChart1"/>
    <dgm:cxn modelId="{FDB7A581-3645-4A79-B1CA-7AFB819B866B}" type="presParOf" srcId="{6DF209FC-217D-4BB6-B4C0-AFAE9DFF8644}" destId="{C3264631-56F2-44B7-9D2E-E2E20C0CEC14}" srcOrd="0" destOrd="0" presId="urn:microsoft.com/office/officeart/2005/8/layout/orgChart1"/>
    <dgm:cxn modelId="{A1AE2ED6-E846-492F-8F48-C8F8063E72C1}" type="presParOf" srcId="{C3264631-56F2-44B7-9D2E-E2E20C0CEC14}" destId="{46070D52-0D9E-40B2-955B-43C93B79EE82}" srcOrd="0" destOrd="0" presId="urn:microsoft.com/office/officeart/2005/8/layout/orgChart1"/>
    <dgm:cxn modelId="{5E8C7728-D752-4562-A2E9-8AE56F456630}" type="presParOf" srcId="{C3264631-56F2-44B7-9D2E-E2E20C0CEC14}" destId="{CD0BEE02-0297-4593-A0B0-8724AEA4B352}" srcOrd="1" destOrd="0" presId="urn:microsoft.com/office/officeart/2005/8/layout/orgChart1"/>
    <dgm:cxn modelId="{E0935044-C4A2-4CFD-B377-0EE72FE1B8AB}" type="presParOf" srcId="{6DF209FC-217D-4BB6-B4C0-AFAE9DFF8644}" destId="{05F5E542-5785-43E8-87EC-9B4D527AAEC1}" srcOrd="1" destOrd="0" presId="urn:microsoft.com/office/officeart/2005/8/layout/orgChart1"/>
    <dgm:cxn modelId="{8BA132F4-0AD3-45B9-B69D-961B166004C4}" type="presParOf" srcId="{05F5E542-5785-43E8-87EC-9B4D527AAEC1}" destId="{35D72266-6E39-43EE-B878-0CB149834091}" srcOrd="0" destOrd="0" presId="urn:microsoft.com/office/officeart/2005/8/layout/orgChart1"/>
    <dgm:cxn modelId="{3B57662C-BCAF-453F-AF3E-E10DD53C31DD}" type="presParOf" srcId="{05F5E542-5785-43E8-87EC-9B4D527AAEC1}" destId="{2685F5B3-DD15-4E43-8E89-09D988865B29}" srcOrd="1" destOrd="0" presId="urn:microsoft.com/office/officeart/2005/8/layout/orgChart1"/>
    <dgm:cxn modelId="{D424EB20-CDF0-4EFF-834C-650B372ABD50}" type="presParOf" srcId="{2685F5B3-DD15-4E43-8E89-09D988865B29}" destId="{D435F5B9-5AE9-40EE-BA69-D320B3632796}" srcOrd="0" destOrd="0" presId="urn:microsoft.com/office/officeart/2005/8/layout/orgChart1"/>
    <dgm:cxn modelId="{98524A2F-7569-48A6-AD83-4AD932D94C77}" type="presParOf" srcId="{D435F5B9-5AE9-40EE-BA69-D320B3632796}" destId="{525C1127-980A-4135-9F26-68A4B658688E}" srcOrd="0" destOrd="0" presId="urn:microsoft.com/office/officeart/2005/8/layout/orgChart1"/>
    <dgm:cxn modelId="{629340A4-B74B-4748-9F65-377B65DD7936}" type="presParOf" srcId="{D435F5B9-5AE9-40EE-BA69-D320B3632796}" destId="{520ED5B0-0E9E-4ACC-B821-C879724317FD}" srcOrd="1" destOrd="0" presId="urn:microsoft.com/office/officeart/2005/8/layout/orgChart1"/>
    <dgm:cxn modelId="{A19F0371-7B8A-42D1-8901-65C3CFE51504}" type="presParOf" srcId="{2685F5B3-DD15-4E43-8E89-09D988865B29}" destId="{DA1B4115-2731-4F77-851D-AADB4B6D627E}" srcOrd="1" destOrd="0" presId="urn:microsoft.com/office/officeart/2005/8/layout/orgChart1"/>
    <dgm:cxn modelId="{C1E05575-D91D-4952-9D42-79A252C02ECC}" type="presParOf" srcId="{2685F5B3-DD15-4E43-8E89-09D988865B29}" destId="{E95F7C12-DFA3-4B81-85F5-0CAF241B0EBE}" srcOrd="2" destOrd="0" presId="urn:microsoft.com/office/officeart/2005/8/layout/orgChart1"/>
    <dgm:cxn modelId="{17F4DC98-182F-41A6-93CB-BAADD1ADA453}" type="presParOf" srcId="{05F5E542-5785-43E8-87EC-9B4D527AAEC1}" destId="{DBEE4CFE-E1C5-4270-84EA-A4017ADF00B0}" srcOrd="2" destOrd="0" presId="urn:microsoft.com/office/officeart/2005/8/layout/orgChart1"/>
    <dgm:cxn modelId="{263EC080-8D26-4E97-8CBD-B25E67A6584A}" type="presParOf" srcId="{05F5E542-5785-43E8-87EC-9B4D527AAEC1}" destId="{C0E04A2F-763E-432A-BD48-4A3F3541A24A}" srcOrd="3" destOrd="0" presId="urn:microsoft.com/office/officeart/2005/8/layout/orgChart1"/>
    <dgm:cxn modelId="{001E5EA7-DA69-43B5-AA1A-34FB47CB41FE}" type="presParOf" srcId="{C0E04A2F-763E-432A-BD48-4A3F3541A24A}" destId="{A2AC0C19-588F-4557-AA27-961033F2BB37}" srcOrd="0" destOrd="0" presId="urn:microsoft.com/office/officeart/2005/8/layout/orgChart1"/>
    <dgm:cxn modelId="{7AF0FDDD-27E7-48BF-8861-19A8EBE0B2C3}" type="presParOf" srcId="{A2AC0C19-588F-4557-AA27-961033F2BB37}" destId="{51E86D98-885E-4035-9824-867DD127FFCC}" srcOrd="0" destOrd="0" presId="urn:microsoft.com/office/officeart/2005/8/layout/orgChart1"/>
    <dgm:cxn modelId="{B49F0CAF-C11A-489C-8BAD-9654738B7F7D}" type="presParOf" srcId="{A2AC0C19-588F-4557-AA27-961033F2BB37}" destId="{B8E9D8CB-E781-4B63-AD1C-B781B945D7F9}" srcOrd="1" destOrd="0" presId="urn:microsoft.com/office/officeart/2005/8/layout/orgChart1"/>
    <dgm:cxn modelId="{6870E134-1F5C-4ED0-8A96-577CEE3A71F6}" type="presParOf" srcId="{C0E04A2F-763E-432A-BD48-4A3F3541A24A}" destId="{182928E9-7803-4744-A8FD-3702BCDD709D}" srcOrd="1" destOrd="0" presId="urn:microsoft.com/office/officeart/2005/8/layout/orgChart1"/>
    <dgm:cxn modelId="{AA7C3288-DD57-4FBF-9767-359E3B43EEEA}" type="presParOf" srcId="{C0E04A2F-763E-432A-BD48-4A3F3541A24A}" destId="{09E64D47-AFD3-4D3F-92B8-CC754194E9B4}" srcOrd="2" destOrd="0" presId="urn:microsoft.com/office/officeart/2005/8/layout/orgChart1"/>
    <dgm:cxn modelId="{29A50955-1B63-43CE-A730-3C73014EF438}" type="presParOf" srcId="{6DF209FC-217D-4BB6-B4C0-AFAE9DFF8644}" destId="{AEB7CBBA-6416-450F-9242-2EFF17C9D232}" srcOrd="2" destOrd="0" presId="urn:microsoft.com/office/officeart/2005/8/layout/orgChart1"/>
    <dgm:cxn modelId="{DA2C2C63-9208-40C9-99E2-8F2DBF160C6F}" type="presParOf" srcId="{6CBE539A-97BF-4AC8-8E7E-FDFB752FB727}" destId="{E9B58026-24DA-4957-A6C1-D112CAF08D3C}" srcOrd="2" destOrd="0" presId="urn:microsoft.com/office/officeart/2005/8/layout/orgChart1"/>
    <dgm:cxn modelId="{E470F72E-647E-4288-8E63-3697A096ABC3}" type="presParOf" srcId="{941B7FDA-5017-4944-8845-BF652AF77F12}" destId="{4C1C2561-16EF-4957-9D56-809BCA20FC1B}" srcOrd="2" destOrd="0" presId="urn:microsoft.com/office/officeart/2005/8/layout/orgChart1"/>
    <dgm:cxn modelId="{029DC5D4-5E66-48A4-8530-38FD353950AB}" type="presParOf" srcId="{941B7FDA-5017-4944-8845-BF652AF77F12}" destId="{8150A2FF-A058-4D17-AD9D-FEC891D2694C}" srcOrd="3" destOrd="0" presId="urn:microsoft.com/office/officeart/2005/8/layout/orgChart1"/>
    <dgm:cxn modelId="{EF6A0412-E46A-49DC-A34D-5CDA97508E0B}" type="presParOf" srcId="{8150A2FF-A058-4D17-AD9D-FEC891D2694C}" destId="{A876DE33-A73E-4836-B1C6-0D8FAE61798E}" srcOrd="0" destOrd="0" presId="urn:microsoft.com/office/officeart/2005/8/layout/orgChart1"/>
    <dgm:cxn modelId="{C0FE2504-5805-45A4-9753-4726EA0C7D73}" type="presParOf" srcId="{A876DE33-A73E-4836-B1C6-0D8FAE61798E}" destId="{81761C16-2BAC-4868-94D3-EC9328290255}" srcOrd="0" destOrd="0" presId="urn:microsoft.com/office/officeart/2005/8/layout/orgChart1"/>
    <dgm:cxn modelId="{71B4A7B1-F35B-47D0-A333-7529CFF375F2}" type="presParOf" srcId="{A876DE33-A73E-4836-B1C6-0D8FAE61798E}" destId="{7AF6F8C5-73CA-4ADA-9055-F70D7B4C8907}" srcOrd="1" destOrd="0" presId="urn:microsoft.com/office/officeart/2005/8/layout/orgChart1"/>
    <dgm:cxn modelId="{0F36C5AD-C8D8-4E50-A91C-A7F834BFF6FD}" type="presParOf" srcId="{8150A2FF-A058-4D17-AD9D-FEC891D2694C}" destId="{449151BA-CFFE-48CA-AAFD-18D76FEE2778}" srcOrd="1" destOrd="0" presId="urn:microsoft.com/office/officeart/2005/8/layout/orgChart1"/>
    <dgm:cxn modelId="{2219DD0F-3471-434B-AFA4-210023C37D94}" type="presParOf" srcId="{449151BA-CFFE-48CA-AAFD-18D76FEE2778}" destId="{0555F592-A84B-4F35-8F0F-62030EBA6AA3}" srcOrd="0" destOrd="0" presId="urn:microsoft.com/office/officeart/2005/8/layout/orgChart1"/>
    <dgm:cxn modelId="{3679D7F7-B3F7-4E52-BD84-6112F864BC00}" type="presParOf" srcId="{449151BA-CFFE-48CA-AAFD-18D76FEE2778}" destId="{9284FA45-1EA4-4835-A50B-EC4F230F556E}" srcOrd="1" destOrd="0" presId="urn:microsoft.com/office/officeart/2005/8/layout/orgChart1"/>
    <dgm:cxn modelId="{B6051890-1664-4510-A796-1B4405E98F17}" type="presParOf" srcId="{9284FA45-1EA4-4835-A50B-EC4F230F556E}" destId="{D5D58733-36CB-4271-9BA7-C72C4211ACC5}" srcOrd="0" destOrd="0" presId="urn:microsoft.com/office/officeart/2005/8/layout/orgChart1"/>
    <dgm:cxn modelId="{337E134E-3255-463E-94D5-6E0610C36C0D}" type="presParOf" srcId="{D5D58733-36CB-4271-9BA7-C72C4211ACC5}" destId="{915F8606-9FDE-4F3D-B8C6-90A8872A27A9}" srcOrd="0" destOrd="0" presId="urn:microsoft.com/office/officeart/2005/8/layout/orgChart1"/>
    <dgm:cxn modelId="{D2684EF1-8159-4784-BC05-4B1F79735C61}" type="presParOf" srcId="{D5D58733-36CB-4271-9BA7-C72C4211ACC5}" destId="{43CFD1E4-DF0D-4422-91F3-96DBDC795F34}" srcOrd="1" destOrd="0" presId="urn:microsoft.com/office/officeart/2005/8/layout/orgChart1"/>
    <dgm:cxn modelId="{8C3A1F56-BDB7-41CC-8404-2BA8D7502DDC}" type="presParOf" srcId="{9284FA45-1EA4-4835-A50B-EC4F230F556E}" destId="{240EF5D8-8979-4873-A03C-BBA598339C3C}" srcOrd="1" destOrd="0" presId="urn:microsoft.com/office/officeart/2005/8/layout/orgChart1"/>
    <dgm:cxn modelId="{53991C6E-093E-43F1-8EF2-35B44D8E1275}" type="presParOf" srcId="{9284FA45-1EA4-4835-A50B-EC4F230F556E}" destId="{79B1E135-567C-4532-BACB-5F1B7973AC9B}" srcOrd="2" destOrd="0" presId="urn:microsoft.com/office/officeart/2005/8/layout/orgChart1"/>
    <dgm:cxn modelId="{5CEFF578-02A2-4315-A542-B136EDB413CB}" type="presParOf" srcId="{449151BA-CFFE-48CA-AAFD-18D76FEE2778}" destId="{7616F4C6-4A1B-4371-BACF-B01520BD3D9A}" srcOrd="2" destOrd="0" presId="urn:microsoft.com/office/officeart/2005/8/layout/orgChart1"/>
    <dgm:cxn modelId="{5D89CEFB-86F7-4AF8-9B4B-D7D1A14C45E3}" type="presParOf" srcId="{449151BA-CFFE-48CA-AAFD-18D76FEE2778}" destId="{2383C09C-D83D-420B-957D-6A4B1FDB4B93}" srcOrd="3" destOrd="0" presId="urn:microsoft.com/office/officeart/2005/8/layout/orgChart1"/>
    <dgm:cxn modelId="{F0C71019-9B88-4FEE-8154-BA8FC7650AD0}" type="presParOf" srcId="{2383C09C-D83D-420B-957D-6A4B1FDB4B93}" destId="{AEF35E96-42CC-4169-A14B-9C605D942216}" srcOrd="0" destOrd="0" presId="urn:microsoft.com/office/officeart/2005/8/layout/orgChart1"/>
    <dgm:cxn modelId="{CC75FCF3-84CF-42E8-8ACA-C99D9889F13A}" type="presParOf" srcId="{AEF35E96-42CC-4169-A14B-9C605D942216}" destId="{352F2A1D-D9E1-490B-A955-7BF4DF18CF23}" srcOrd="0" destOrd="0" presId="urn:microsoft.com/office/officeart/2005/8/layout/orgChart1"/>
    <dgm:cxn modelId="{A2F30027-416D-4D3A-91E5-3B05FA271203}" type="presParOf" srcId="{AEF35E96-42CC-4169-A14B-9C605D942216}" destId="{01505B8A-27AC-4A1A-AE36-2CB98F7160C9}" srcOrd="1" destOrd="0" presId="urn:microsoft.com/office/officeart/2005/8/layout/orgChart1"/>
    <dgm:cxn modelId="{C6BE662E-CA8E-4CDB-B6BB-3ACE91487451}" type="presParOf" srcId="{2383C09C-D83D-420B-957D-6A4B1FDB4B93}" destId="{7DC475D0-9007-44C6-961A-DBC680AD8849}" srcOrd="1" destOrd="0" presId="urn:microsoft.com/office/officeart/2005/8/layout/orgChart1"/>
    <dgm:cxn modelId="{883BB53D-01CD-4D88-AB77-66F1DA5CC5C3}" type="presParOf" srcId="{2383C09C-D83D-420B-957D-6A4B1FDB4B93}" destId="{E1083525-7E31-4EFA-982F-F46AD55042FB}" srcOrd="2" destOrd="0" presId="urn:microsoft.com/office/officeart/2005/8/layout/orgChart1"/>
    <dgm:cxn modelId="{FFC38EF8-5E14-4F7B-ACAF-89459BB231F9}" type="presParOf" srcId="{8150A2FF-A058-4D17-AD9D-FEC891D2694C}" destId="{0184DE8F-2425-4647-9672-D23A01AB5A9D}" srcOrd="2" destOrd="0" presId="urn:microsoft.com/office/officeart/2005/8/layout/orgChart1"/>
    <dgm:cxn modelId="{3581C600-AEEC-466C-8796-EB41A405F302}" type="presParOf" srcId="{941B7FDA-5017-4944-8845-BF652AF77F12}" destId="{E84C83E8-D214-437B-AEA6-C72DF58DAF18}" srcOrd="4" destOrd="0" presId="urn:microsoft.com/office/officeart/2005/8/layout/orgChart1"/>
    <dgm:cxn modelId="{60AED4C0-D125-4D2C-B8FD-063B3E8B578E}" type="presParOf" srcId="{941B7FDA-5017-4944-8845-BF652AF77F12}" destId="{284CD929-6572-4F3D-831F-5E9BCAF8DFF5}" srcOrd="5" destOrd="0" presId="urn:microsoft.com/office/officeart/2005/8/layout/orgChart1"/>
    <dgm:cxn modelId="{81FCF5CC-25DE-4993-AA88-5D40020C16EB}" type="presParOf" srcId="{284CD929-6572-4F3D-831F-5E9BCAF8DFF5}" destId="{B3250F9C-2334-4F55-AB12-9511E34598E9}" srcOrd="0" destOrd="0" presId="urn:microsoft.com/office/officeart/2005/8/layout/orgChart1"/>
    <dgm:cxn modelId="{504AED17-3BE6-4AE0-808B-E690B2C34D8B}" type="presParOf" srcId="{B3250F9C-2334-4F55-AB12-9511E34598E9}" destId="{AC935CB3-41CD-481D-BE60-811A0C554411}" srcOrd="0" destOrd="0" presId="urn:microsoft.com/office/officeart/2005/8/layout/orgChart1"/>
    <dgm:cxn modelId="{656F731E-1BEC-4F34-8BA6-569FEC7C788C}" type="presParOf" srcId="{B3250F9C-2334-4F55-AB12-9511E34598E9}" destId="{BB127B40-7171-4217-AA75-70E93176241E}" srcOrd="1" destOrd="0" presId="urn:microsoft.com/office/officeart/2005/8/layout/orgChart1"/>
    <dgm:cxn modelId="{BC24F2E9-836C-46B5-A047-514214948BC9}" type="presParOf" srcId="{284CD929-6572-4F3D-831F-5E9BCAF8DFF5}" destId="{F3F14F09-2825-4511-8F76-9200BEBA3E33}" srcOrd="1" destOrd="0" presId="urn:microsoft.com/office/officeart/2005/8/layout/orgChart1"/>
    <dgm:cxn modelId="{B77A4707-3EF9-4046-A602-A4612DFE2761}" type="presParOf" srcId="{284CD929-6572-4F3D-831F-5E9BCAF8DFF5}" destId="{E05E9F6C-DC21-468D-9725-BE375575499C}" srcOrd="2" destOrd="0" presId="urn:microsoft.com/office/officeart/2005/8/layout/orgChart1"/>
    <dgm:cxn modelId="{9C5F67B9-B4CB-4A14-9F2D-B5B026E8F512}" type="presParOf" srcId="{99FAC607-8253-41C1-BCA1-E154018656BD}" destId="{EEB891FB-C0F9-4620-8B27-B65F536DED83}" srcOrd="2" destOrd="0" presId="urn:microsoft.com/office/officeart/2005/8/layout/orgChart1"/>
    <dgm:cxn modelId="{523899F5-D436-40A2-AC46-3F8AD7287F62}" type="presParOf" srcId="{AAC2798B-8EA0-433D-AB58-6B5933B686EB}" destId="{4119F2AC-EC80-4317-8C76-DBE2F38F5752}" srcOrd="2" destOrd="0" presId="urn:microsoft.com/office/officeart/2005/8/layout/orgChart1"/>
    <dgm:cxn modelId="{5A269D6C-1675-401F-83D1-6D259399C2F7}" type="presParOf" srcId="{AAC2798B-8EA0-433D-AB58-6B5933B686EB}" destId="{4D5FD78F-77AD-4E62-95A0-DACA0D3360A7}" srcOrd="3" destOrd="0" presId="urn:microsoft.com/office/officeart/2005/8/layout/orgChart1"/>
    <dgm:cxn modelId="{2C066884-2FA0-4961-8822-2E48DFD46292}" type="presParOf" srcId="{4D5FD78F-77AD-4E62-95A0-DACA0D3360A7}" destId="{F0A77123-1B70-408B-8007-7CA43822855D}" srcOrd="0" destOrd="0" presId="urn:microsoft.com/office/officeart/2005/8/layout/orgChart1"/>
    <dgm:cxn modelId="{FE31679E-95E2-4E7B-B81D-D2A28E61D9BE}" type="presParOf" srcId="{F0A77123-1B70-408B-8007-7CA43822855D}" destId="{B9015D84-A9DC-45DB-9CA5-2D509D91F5E8}" srcOrd="0" destOrd="0" presId="urn:microsoft.com/office/officeart/2005/8/layout/orgChart1"/>
    <dgm:cxn modelId="{C7D5166E-2110-4413-982D-4A8CAE324DC4}" type="presParOf" srcId="{F0A77123-1B70-408B-8007-7CA43822855D}" destId="{321B5512-A896-4B69-8177-F3F32576E613}" srcOrd="1" destOrd="0" presId="urn:microsoft.com/office/officeart/2005/8/layout/orgChart1"/>
    <dgm:cxn modelId="{C8FB5813-497A-4AC5-BE7D-28D1C83A6CA8}" type="presParOf" srcId="{4D5FD78F-77AD-4E62-95A0-DACA0D3360A7}" destId="{6A5FB74F-0193-444E-9B88-16387E0D568F}" srcOrd="1" destOrd="0" presId="urn:microsoft.com/office/officeart/2005/8/layout/orgChart1"/>
    <dgm:cxn modelId="{15692B92-BBB4-4EE9-B2F6-70CFF922A5DE}" type="presParOf" srcId="{6A5FB74F-0193-444E-9B88-16387E0D568F}" destId="{0B18B11B-C7B8-48DA-98F7-F7DDF3A57F6F}" srcOrd="0" destOrd="0" presId="urn:microsoft.com/office/officeart/2005/8/layout/orgChart1"/>
    <dgm:cxn modelId="{D153197C-5852-4184-8C86-C1CFDF39997B}" type="presParOf" srcId="{6A5FB74F-0193-444E-9B88-16387E0D568F}" destId="{CF7B54C1-BF19-40ED-9B4F-469A7A75D4E1}" srcOrd="1" destOrd="0" presId="urn:microsoft.com/office/officeart/2005/8/layout/orgChart1"/>
    <dgm:cxn modelId="{962DB227-BDD1-49B9-849A-EC9956EC5460}" type="presParOf" srcId="{CF7B54C1-BF19-40ED-9B4F-469A7A75D4E1}" destId="{5C646D47-26C9-46A7-A0F4-4E13D852CB1F}" srcOrd="0" destOrd="0" presId="urn:microsoft.com/office/officeart/2005/8/layout/orgChart1"/>
    <dgm:cxn modelId="{7E35B25C-010D-48B8-A06F-69AEA857EB43}" type="presParOf" srcId="{5C646D47-26C9-46A7-A0F4-4E13D852CB1F}" destId="{E00ED0FF-9C27-478F-AB5B-A30C7A245387}" srcOrd="0" destOrd="0" presId="urn:microsoft.com/office/officeart/2005/8/layout/orgChart1"/>
    <dgm:cxn modelId="{C87D0867-54FD-42AB-8AF6-BCF67B75E3EC}" type="presParOf" srcId="{5C646D47-26C9-46A7-A0F4-4E13D852CB1F}" destId="{EF685712-EB0D-4636-9AF4-69D6B0C60B8B}" srcOrd="1" destOrd="0" presId="urn:microsoft.com/office/officeart/2005/8/layout/orgChart1"/>
    <dgm:cxn modelId="{8E566A5F-F7D1-486D-93F3-2EC7DD600832}" type="presParOf" srcId="{CF7B54C1-BF19-40ED-9B4F-469A7A75D4E1}" destId="{90A5F2D7-BB64-42A5-ADFE-5FB7F87A8424}" srcOrd="1" destOrd="0" presId="urn:microsoft.com/office/officeart/2005/8/layout/orgChart1"/>
    <dgm:cxn modelId="{0CA3A9C1-9134-42E4-8540-71C2C343EC65}" type="presParOf" srcId="{CF7B54C1-BF19-40ED-9B4F-469A7A75D4E1}" destId="{BA94822D-15B0-42BC-987C-B12383229207}" srcOrd="2" destOrd="0" presId="urn:microsoft.com/office/officeart/2005/8/layout/orgChart1"/>
    <dgm:cxn modelId="{F2A88441-14D5-4F51-A9DA-F79C5A99D347}" type="presParOf" srcId="{6A5FB74F-0193-444E-9B88-16387E0D568F}" destId="{CA062CA7-6F37-43D5-B4BA-4B43060114D2}" srcOrd="2" destOrd="0" presId="urn:microsoft.com/office/officeart/2005/8/layout/orgChart1"/>
    <dgm:cxn modelId="{A8096392-6B69-41B2-8402-F809518A28B4}" type="presParOf" srcId="{6A5FB74F-0193-444E-9B88-16387E0D568F}" destId="{72D677D3-86F1-4D57-B905-AC5DB1C2AF76}" srcOrd="3" destOrd="0" presId="urn:microsoft.com/office/officeart/2005/8/layout/orgChart1"/>
    <dgm:cxn modelId="{FAE35271-FAFC-4E3C-9176-FD6938F03C44}" type="presParOf" srcId="{72D677D3-86F1-4D57-B905-AC5DB1C2AF76}" destId="{B7328647-F750-43DE-B868-6FDB9FDB63E3}" srcOrd="0" destOrd="0" presId="urn:microsoft.com/office/officeart/2005/8/layout/orgChart1"/>
    <dgm:cxn modelId="{6619A98C-D819-49F7-8C37-8AC85CD47086}" type="presParOf" srcId="{B7328647-F750-43DE-B868-6FDB9FDB63E3}" destId="{40C34702-ECB9-4D58-8F83-B6BB2B6AF4E6}" srcOrd="0" destOrd="0" presId="urn:microsoft.com/office/officeart/2005/8/layout/orgChart1"/>
    <dgm:cxn modelId="{D2E35679-F94E-41F0-86F4-29F5A0776860}" type="presParOf" srcId="{B7328647-F750-43DE-B868-6FDB9FDB63E3}" destId="{111318FC-DCEE-41F7-9677-F8A78CAEC872}" srcOrd="1" destOrd="0" presId="urn:microsoft.com/office/officeart/2005/8/layout/orgChart1"/>
    <dgm:cxn modelId="{DC15C399-C182-4167-A182-496A1876BE15}" type="presParOf" srcId="{72D677D3-86F1-4D57-B905-AC5DB1C2AF76}" destId="{B6FF61CC-AA11-481A-99AF-99F78EFEC6D2}" srcOrd="1" destOrd="0" presId="urn:microsoft.com/office/officeart/2005/8/layout/orgChart1"/>
    <dgm:cxn modelId="{728D35F5-85C2-4129-95EB-7F566452E2DC}" type="presParOf" srcId="{B6FF61CC-AA11-481A-99AF-99F78EFEC6D2}" destId="{7EBF0D46-2FC0-471F-BDCB-CC1E1D0ECD85}" srcOrd="0" destOrd="0" presId="urn:microsoft.com/office/officeart/2005/8/layout/orgChart1"/>
    <dgm:cxn modelId="{F735BC89-29E0-4C2F-B263-EF2B6479448B}" type="presParOf" srcId="{B6FF61CC-AA11-481A-99AF-99F78EFEC6D2}" destId="{62C111BC-EA70-4BC3-99E2-F89B79519DCE}" srcOrd="1" destOrd="0" presId="urn:microsoft.com/office/officeart/2005/8/layout/orgChart1"/>
    <dgm:cxn modelId="{89C6E6BD-6C18-473B-AE30-47BA41146178}" type="presParOf" srcId="{62C111BC-EA70-4BC3-99E2-F89B79519DCE}" destId="{143F68CF-1FCD-4D19-8AF0-9567297C84C0}" srcOrd="0" destOrd="0" presId="urn:microsoft.com/office/officeart/2005/8/layout/orgChart1"/>
    <dgm:cxn modelId="{806421C3-7C25-492A-A4D2-34BDA81C2849}" type="presParOf" srcId="{143F68CF-1FCD-4D19-8AF0-9567297C84C0}" destId="{42D02F60-B6BA-41C9-9A09-E664F5EEE130}" srcOrd="0" destOrd="0" presId="urn:microsoft.com/office/officeart/2005/8/layout/orgChart1"/>
    <dgm:cxn modelId="{D3161178-6799-4C97-B070-E4FE271C7C70}" type="presParOf" srcId="{143F68CF-1FCD-4D19-8AF0-9567297C84C0}" destId="{E111CE87-474F-44C1-B9EC-DF5721D612D4}" srcOrd="1" destOrd="0" presId="urn:microsoft.com/office/officeart/2005/8/layout/orgChart1"/>
    <dgm:cxn modelId="{42E725FF-C0A7-47C7-A29A-9C4D81628C02}" type="presParOf" srcId="{62C111BC-EA70-4BC3-99E2-F89B79519DCE}" destId="{16E8BBAD-0BF3-4E15-BAA6-1C4AF6588EBB}" srcOrd="1" destOrd="0" presId="urn:microsoft.com/office/officeart/2005/8/layout/orgChart1"/>
    <dgm:cxn modelId="{471AB612-FC8D-43F6-9371-9B212292FA3F}" type="presParOf" srcId="{62C111BC-EA70-4BC3-99E2-F89B79519DCE}" destId="{84C0F918-8653-4DBC-8BBD-1C5338D60AC8}" srcOrd="2" destOrd="0" presId="urn:microsoft.com/office/officeart/2005/8/layout/orgChart1"/>
    <dgm:cxn modelId="{9BA14940-4653-49F0-81B3-4E915BBB4612}" type="presParOf" srcId="{B6FF61CC-AA11-481A-99AF-99F78EFEC6D2}" destId="{BC2ED127-6C00-4B66-8364-61BA56A4E4E8}" srcOrd="2" destOrd="0" presId="urn:microsoft.com/office/officeart/2005/8/layout/orgChart1"/>
    <dgm:cxn modelId="{FD3857C1-EF46-41B8-B0C3-D995F4A0B81A}" type="presParOf" srcId="{B6FF61CC-AA11-481A-99AF-99F78EFEC6D2}" destId="{A6AA6693-E220-412B-9EC4-F6B8A113555E}" srcOrd="3" destOrd="0" presId="urn:microsoft.com/office/officeart/2005/8/layout/orgChart1"/>
    <dgm:cxn modelId="{0D5DA8D0-ABDD-4C30-A569-F8D44843A0A2}" type="presParOf" srcId="{A6AA6693-E220-412B-9EC4-F6B8A113555E}" destId="{FCEABC25-239D-45E2-953E-86ED992A62CC}" srcOrd="0" destOrd="0" presId="urn:microsoft.com/office/officeart/2005/8/layout/orgChart1"/>
    <dgm:cxn modelId="{307A7E2C-A6C4-4BB2-BE3B-70328298F4D9}" type="presParOf" srcId="{FCEABC25-239D-45E2-953E-86ED992A62CC}" destId="{09EBBA01-B693-4306-ACDA-5DF97B4B3D86}" srcOrd="0" destOrd="0" presId="urn:microsoft.com/office/officeart/2005/8/layout/orgChart1"/>
    <dgm:cxn modelId="{F699B692-6829-478C-BD6F-0D4314F7EA32}" type="presParOf" srcId="{FCEABC25-239D-45E2-953E-86ED992A62CC}" destId="{5129131E-3C2D-4EEB-8F65-18CF8CC3B7AA}" srcOrd="1" destOrd="0" presId="urn:microsoft.com/office/officeart/2005/8/layout/orgChart1"/>
    <dgm:cxn modelId="{F5FB40F2-78CA-4B7F-A033-60ADB288C44A}" type="presParOf" srcId="{A6AA6693-E220-412B-9EC4-F6B8A113555E}" destId="{E921EA40-5C6D-4CC3-B235-1ADDF0DCE764}" srcOrd="1" destOrd="0" presId="urn:microsoft.com/office/officeart/2005/8/layout/orgChart1"/>
    <dgm:cxn modelId="{4CCB1529-C593-4336-91BD-E9B2CE4699AC}" type="presParOf" srcId="{A6AA6693-E220-412B-9EC4-F6B8A113555E}" destId="{7B21709E-691F-4035-B1C9-27BA027AFABC}" srcOrd="2" destOrd="0" presId="urn:microsoft.com/office/officeart/2005/8/layout/orgChart1"/>
    <dgm:cxn modelId="{752E64BC-6C91-4843-8316-9A84E0FA85EF}" type="presParOf" srcId="{72D677D3-86F1-4D57-B905-AC5DB1C2AF76}" destId="{1DEED3A1-AC24-459E-8158-045F55BBA73A}" srcOrd="2" destOrd="0" presId="urn:microsoft.com/office/officeart/2005/8/layout/orgChart1"/>
    <dgm:cxn modelId="{357D9C7D-B0C5-460A-883B-F3B30C632EAA}" type="presParOf" srcId="{4D5FD78F-77AD-4E62-95A0-DACA0D3360A7}" destId="{075ADA34-35FF-4252-9C9C-C6EF97F77D7C}" srcOrd="2" destOrd="0" presId="urn:microsoft.com/office/officeart/2005/8/layout/orgChart1"/>
    <dgm:cxn modelId="{A9B64D32-5DD5-4A32-807B-71C5E3504D04}" type="presParOf" srcId="{D8D8D190-7E38-4FFB-88A0-0E03DD0EFC16}" destId="{EC7E4BBF-CEEF-4363-A4C6-C6DDB2F89DF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6EA5CA-730F-4473-9B73-830E710B4A5B}" type="doc">
      <dgm:prSet loTypeId="urn:microsoft.com/office/officeart/2005/8/layout/orgChart1" loCatId="hierarchy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GB"/>
        </a:p>
      </dgm:t>
    </dgm:pt>
    <dgm:pt modelId="{3D1388F6-A561-4398-AA13-BA496EE8D225}">
      <dgm:prSet phldrT="[Text]" custT="1"/>
      <dgm:spPr/>
      <dgm:t>
        <a:bodyPr/>
        <a:lstStyle/>
        <a:p>
          <a:r>
            <a:rPr lang="en-GB" sz="2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Data acquisition</a:t>
          </a:r>
        </a:p>
      </dgm:t>
    </dgm:pt>
    <dgm:pt modelId="{B70B9120-0527-42C6-B311-79D62A7CEB5B}" type="parTrans" cxnId="{199D2F45-75AC-4A6A-BFA9-570A8C0FEBCB}">
      <dgm:prSet/>
      <dgm:spPr/>
      <dgm:t>
        <a:bodyPr/>
        <a:lstStyle/>
        <a:p>
          <a:endParaRPr lang="en-GB">
            <a:solidFill>
              <a:schemeClr val="tx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322895-448E-46EB-B7FF-4A10BF408E5E}" type="sibTrans" cxnId="{199D2F45-75AC-4A6A-BFA9-570A8C0FEBCB}">
      <dgm:prSet/>
      <dgm:spPr/>
      <dgm:t>
        <a:bodyPr/>
        <a:lstStyle/>
        <a:p>
          <a:endParaRPr lang="en-GB">
            <a:solidFill>
              <a:schemeClr val="tx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6DFC98-4953-4AB0-8063-C84B97C2E203}">
      <dgm:prSet custT="1"/>
      <dgm:spPr/>
      <dgm:t>
        <a:bodyPr/>
        <a:lstStyle/>
        <a:p>
          <a:r>
            <a:rPr lang="en-GB" sz="16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Secondary data</a:t>
          </a:r>
        </a:p>
      </dgm:t>
    </dgm:pt>
    <dgm:pt modelId="{E6D25A47-327D-45E0-8FAA-EEA5BCD54D79}" type="parTrans" cxnId="{5EE413C5-1A91-41A9-BDBE-6AE373E9874C}">
      <dgm:prSet/>
      <dgm:spPr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endParaRPr lang="en-GB">
            <a:solidFill>
              <a:schemeClr val="tx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414A92-BE31-4500-AE3C-824D4288B312}" type="sibTrans" cxnId="{5EE413C5-1A91-41A9-BDBE-6AE373E9874C}">
      <dgm:prSet/>
      <dgm:spPr/>
      <dgm:t>
        <a:bodyPr/>
        <a:lstStyle/>
        <a:p>
          <a:endParaRPr lang="en-GB">
            <a:solidFill>
              <a:schemeClr val="tx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D4500C-521B-4475-A859-C9561C087B49}">
      <dgm:prSet custT="1"/>
      <dgm:spPr/>
      <dgm:t>
        <a:bodyPr/>
        <a:lstStyle/>
        <a:p>
          <a:r>
            <a:rPr lang="en-GB" sz="16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Primary data</a:t>
          </a:r>
        </a:p>
      </dgm:t>
    </dgm:pt>
    <dgm:pt modelId="{83C10FEB-19E1-4CBA-A635-83A0C0D9513E}" type="parTrans" cxnId="{85A76644-2501-4D28-9BB6-37F0AFED16D2}">
      <dgm:prSet/>
      <dgm:spPr>
        <a:ln>
          <a:solidFill>
            <a:schemeClr val="tx2">
              <a:lumMod val="75000"/>
            </a:schemeClr>
          </a:solidFill>
        </a:ln>
      </dgm:spPr>
      <dgm:t>
        <a:bodyPr/>
        <a:lstStyle/>
        <a:p>
          <a:endParaRPr lang="en-GB">
            <a:solidFill>
              <a:schemeClr val="tx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15AD44-32F4-45F0-A1C7-70033E9373CA}" type="sibTrans" cxnId="{85A76644-2501-4D28-9BB6-37F0AFED16D2}">
      <dgm:prSet/>
      <dgm:spPr/>
      <dgm:t>
        <a:bodyPr/>
        <a:lstStyle/>
        <a:p>
          <a:endParaRPr lang="en-GB">
            <a:solidFill>
              <a:schemeClr val="tx2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C8EC64-7A77-4941-A669-D2CE90086599}" type="pres">
      <dgm:prSet presAssocID="{A76EA5CA-730F-4473-9B73-830E710B4A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28F446E-999D-40FD-8535-08CF8DBD6F51}" type="pres">
      <dgm:prSet presAssocID="{3D1388F6-A561-4398-AA13-BA496EE8D225}" presName="hierRoot1" presStyleCnt="0">
        <dgm:presLayoutVars>
          <dgm:hierBranch val="init"/>
        </dgm:presLayoutVars>
      </dgm:prSet>
      <dgm:spPr/>
    </dgm:pt>
    <dgm:pt modelId="{53860BC5-0F4F-4265-8D00-6359DD350E64}" type="pres">
      <dgm:prSet presAssocID="{3D1388F6-A561-4398-AA13-BA496EE8D225}" presName="rootComposite1" presStyleCnt="0"/>
      <dgm:spPr/>
    </dgm:pt>
    <dgm:pt modelId="{C50BE627-6424-42F3-8098-AF0D1F15E48B}" type="pres">
      <dgm:prSet presAssocID="{3D1388F6-A561-4398-AA13-BA496EE8D225}" presName="rootText1" presStyleLbl="node0" presStyleIdx="0" presStyleCnt="1" custScaleX="194810" custLinFactNeighborX="-5277">
        <dgm:presLayoutVars>
          <dgm:chPref val="3"/>
        </dgm:presLayoutVars>
      </dgm:prSet>
      <dgm:spPr/>
    </dgm:pt>
    <dgm:pt modelId="{64CF9A7F-79B1-4D70-B846-B3E8141A0212}" type="pres">
      <dgm:prSet presAssocID="{3D1388F6-A561-4398-AA13-BA496EE8D225}" presName="rootConnector1" presStyleLbl="node1" presStyleIdx="0" presStyleCnt="0"/>
      <dgm:spPr/>
    </dgm:pt>
    <dgm:pt modelId="{10ACC422-1FF3-4FF4-93BE-54A8E10C9DB8}" type="pres">
      <dgm:prSet presAssocID="{3D1388F6-A561-4398-AA13-BA496EE8D225}" presName="hierChild2" presStyleCnt="0"/>
      <dgm:spPr/>
    </dgm:pt>
    <dgm:pt modelId="{0B18B11B-C7B8-48DA-98F7-F7DDF3A57F6F}" type="pres">
      <dgm:prSet presAssocID="{E6D25A47-327D-45E0-8FAA-EEA5BCD54D79}" presName="Name37" presStyleLbl="parChTrans1D2" presStyleIdx="0" presStyleCnt="2"/>
      <dgm:spPr/>
    </dgm:pt>
    <dgm:pt modelId="{CF7B54C1-BF19-40ED-9B4F-469A7A75D4E1}" type="pres">
      <dgm:prSet presAssocID="{1E6DFC98-4953-4AB0-8063-C84B97C2E203}" presName="hierRoot2" presStyleCnt="0">
        <dgm:presLayoutVars>
          <dgm:hierBranch val="init"/>
        </dgm:presLayoutVars>
      </dgm:prSet>
      <dgm:spPr/>
    </dgm:pt>
    <dgm:pt modelId="{5C646D47-26C9-46A7-A0F4-4E13D852CB1F}" type="pres">
      <dgm:prSet presAssocID="{1E6DFC98-4953-4AB0-8063-C84B97C2E203}" presName="rootComposite" presStyleCnt="0"/>
      <dgm:spPr/>
    </dgm:pt>
    <dgm:pt modelId="{E00ED0FF-9C27-478F-AB5B-A30C7A245387}" type="pres">
      <dgm:prSet presAssocID="{1E6DFC98-4953-4AB0-8063-C84B97C2E203}" presName="rootText" presStyleLbl="node2" presStyleIdx="0" presStyleCnt="2" custLinFactX="-39561" custLinFactNeighborX="-100000" custLinFactNeighborY="5322">
        <dgm:presLayoutVars>
          <dgm:chPref val="3"/>
        </dgm:presLayoutVars>
      </dgm:prSet>
      <dgm:spPr/>
    </dgm:pt>
    <dgm:pt modelId="{EF685712-EB0D-4636-9AF4-69D6B0C60B8B}" type="pres">
      <dgm:prSet presAssocID="{1E6DFC98-4953-4AB0-8063-C84B97C2E203}" presName="rootConnector" presStyleLbl="node2" presStyleIdx="0" presStyleCnt="2"/>
      <dgm:spPr/>
    </dgm:pt>
    <dgm:pt modelId="{90A5F2D7-BB64-42A5-ADFE-5FB7F87A8424}" type="pres">
      <dgm:prSet presAssocID="{1E6DFC98-4953-4AB0-8063-C84B97C2E203}" presName="hierChild4" presStyleCnt="0"/>
      <dgm:spPr/>
    </dgm:pt>
    <dgm:pt modelId="{BA94822D-15B0-42BC-987C-B12383229207}" type="pres">
      <dgm:prSet presAssocID="{1E6DFC98-4953-4AB0-8063-C84B97C2E203}" presName="hierChild5" presStyleCnt="0"/>
      <dgm:spPr/>
    </dgm:pt>
    <dgm:pt modelId="{CA062CA7-6F37-43D5-B4BA-4B43060114D2}" type="pres">
      <dgm:prSet presAssocID="{83C10FEB-19E1-4CBA-A635-83A0C0D9513E}" presName="Name37" presStyleLbl="parChTrans1D2" presStyleIdx="1" presStyleCnt="2"/>
      <dgm:spPr/>
    </dgm:pt>
    <dgm:pt modelId="{72D677D3-86F1-4D57-B905-AC5DB1C2AF76}" type="pres">
      <dgm:prSet presAssocID="{43D4500C-521B-4475-A859-C9561C087B49}" presName="hierRoot2" presStyleCnt="0">
        <dgm:presLayoutVars>
          <dgm:hierBranch val="init"/>
        </dgm:presLayoutVars>
      </dgm:prSet>
      <dgm:spPr/>
    </dgm:pt>
    <dgm:pt modelId="{B7328647-F750-43DE-B868-6FDB9FDB63E3}" type="pres">
      <dgm:prSet presAssocID="{43D4500C-521B-4475-A859-C9561C087B49}" presName="rootComposite" presStyleCnt="0"/>
      <dgm:spPr/>
    </dgm:pt>
    <dgm:pt modelId="{40C34702-ECB9-4D58-8F83-B6BB2B6AF4E6}" type="pres">
      <dgm:prSet presAssocID="{43D4500C-521B-4475-A859-C9561C087B49}" presName="rootText" presStyleLbl="node2" presStyleIdx="1" presStyleCnt="2" custLinFactX="23743" custLinFactNeighborX="100000" custLinFactNeighborY="5322">
        <dgm:presLayoutVars>
          <dgm:chPref val="3"/>
        </dgm:presLayoutVars>
      </dgm:prSet>
      <dgm:spPr/>
    </dgm:pt>
    <dgm:pt modelId="{111318FC-DCEE-41F7-9677-F8A78CAEC872}" type="pres">
      <dgm:prSet presAssocID="{43D4500C-521B-4475-A859-C9561C087B49}" presName="rootConnector" presStyleLbl="node2" presStyleIdx="1" presStyleCnt="2"/>
      <dgm:spPr/>
    </dgm:pt>
    <dgm:pt modelId="{B6FF61CC-AA11-481A-99AF-99F78EFEC6D2}" type="pres">
      <dgm:prSet presAssocID="{43D4500C-521B-4475-A859-C9561C087B49}" presName="hierChild4" presStyleCnt="0"/>
      <dgm:spPr/>
    </dgm:pt>
    <dgm:pt modelId="{1DEED3A1-AC24-459E-8158-045F55BBA73A}" type="pres">
      <dgm:prSet presAssocID="{43D4500C-521B-4475-A859-C9561C087B49}" presName="hierChild5" presStyleCnt="0"/>
      <dgm:spPr/>
    </dgm:pt>
    <dgm:pt modelId="{ADC68631-4579-4239-B1CF-4EC53919666E}" type="pres">
      <dgm:prSet presAssocID="{3D1388F6-A561-4398-AA13-BA496EE8D225}" presName="hierChild3" presStyleCnt="0"/>
      <dgm:spPr/>
    </dgm:pt>
  </dgm:ptLst>
  <dgm:cxnLst>
    <dgm:cxn modelId="{9EBD620E-168A-47C7-A166-E93270700932}" type="presOf" srcId="{3D1388F6-A561-4398-AA13-BA496EE8D225}" destId="{C50BE627-6424-42F3-8098-AF0D1F15E48B}" srcOrd="0" destOrd="0" presId="urn:microsoft.com/office/officeart/2005/8/layout/orgChart1"/>
    <dgm:cxn modelId="{AEB17418-CB1C-4EF5-826D-49598A50F98C}" type="presOf" srcId="{43D4500C-521B-4475-A859-C9561C087B49}" destId="{40C34702-ECB9-4D58-8F83-B6BB2B6AF4E6}" srcOrd="0" destOrd="0" presId="urn:microsoft.com/office/officeart/2005/8/layout/orgChart1"/>
    <dgm:cxn modelId="{A92DD729-76CD-41F7-895E-536FE0378519}" type="presOf" srcId="{1E6DFC98-4953-4AB0-8063-C84B97C2E203}" destId="{E00ED0FF-9C27-478F-AB5B-A30C7A245387}" srcOrd="0" destOrd="0" presId="urn:microsoft.com/office/officeart/2005/8/layout/orgChart1"/>
    <dgm:cxn modelId="{4E21793A-A9D1-4BC5-B9AB-0C98B5B09916}" type="presOf" srcId="{43D4500C-521B-4475-A859-C9561C087B49}" destId="{111318FC-DCEE-41F7-9677-F8A78CAEC872}" srcOrd="1" destOrd="0" presId="urn:microsoft.com/office/officeart/2005/8/layout/orgChart1"/>
    <dgm:cxn modelId="{85A76644-2501-4D28-9BB6-37F0AFED16D2}" srcId="{3D1388F6-A561-4398-AA13-BA496EE8D225}" destId="{43D4500C-521B-4475-A859-C9561C087B49}" srcOrd="1" destOrd="0" parTransId="{83C10FEB-19E1-4CBA-A635-83A0C0D9513E}" sibTransId="{1915AD44-32F4-45F0-A1C7-70033E9373CA}"/>
    <dgm:cxn modelId="{199D2F45-75AC-4A6A-BFA9-570A8C0FEBCB}" srcId="{A76EA5CA-730F-4473-9B73-830E710B4A5B}" destId="{3D1388F6-A561-4398-AA13-BA496EE8D225}" srcOrd="0" destOrd="0" parTransId="{B70B9120-0527-42C6-B311-79D62A7CEB5B}" sibTransId="{73322895-448E-46EB-B7FF-4A10BF408E5E}"/>
    <dgm:cxn modelId="{FF927554-1330-4988-B14A-BBC86D989C82}" type="presOf" srcId="{3D1388F6-A561-4398-AA13-BA496EE8D225}" destId="{64CF9A7F-79B1-4D70-B846-B3E8141A0212}" srcOrd="1" destOrd="0" presId="urn:microsoft.com/office/officeart/2005/8/layout/orgChart1"/>
    <dgm:cxn modelId="{40FA6F70-B8EB-4268-9E25-F725A6F0BE91}" type="presOf" srcId="{1E6DFC98-4953-4AB0-8063-C84B97C2E203}" destId="{EF685712-EB0D-4636-9AF4-69D6B0C60B8B}" srcOrd="1" destOrd="0" presId="urn:microsoft.com/office/officeart/2005/8/layout/orgChart1"/>
    <dgm:cxn modelId="{1EC30EA9-3464-4BFB-8A6B-A0C8D8E06BDF}" type="presOf" srcId="{83C10FEB-19E1-4CBA-A635-83A0C0D9513E}" destId="{CA062CA7-6F37-43D5-B4BA-4B43060114D2}" srcOrd="0" destOrd="0" presId="urn:microsoft.com/office/officeart/2005/8/layout/orgChart1"/>
    <dgm:cxn modelId="{5EE413C5-1A91-41A9-BDBE-6AE373E9874C}" srcId="{3D1388F6-A561-4398-AA13-BA496EE8D225}" destId="{1E6DFC98-4953-4AB0-8063-C84B97C2E203}" srcOrd="0" destOrd="0" parTransId="{E6D25A47-327D-45E0-8FAA-EEA5BCD54D79}" sibTransId="{1F414A92-BE31-4500-AE3C-824D4288B312}"/>
    <dgm:cxn modelId="{A5232AF7-88DE-42E9-8DB8-BAFEE3344F1D}" type="presOf" srcId="{A76EA5CA-730F-4473-9B73-830E710B4A5B}" destId="{A9C8EC64-7A77-4941-A669-D2CE90086599}" srcOrd="0" destOrd="0" presId="urn:microsoft.com/office/officeart/2005/8/layout/orgChart1"/>
    <dgm:cxn modelId="{8312D8F8-D08A-4F99-BFA2-0087808DF38E}" type="presOf" srcId="{E6D25A47-327D-45E0-8FAA-EEA5BCD54D79}" destId="{0B18B11B-C7B8-48DA-98F7-F7DDF3A57F6F}" srcOrd="0" destOrd="0" presId="urn:microsoft.com/office/officeart/2005/8/layout/orgChart1"/>
    <dgm:cxn modelId="{652125E6-2B5F-4F8D-BFBE-F295619C87ED}" type="presParOf" srcId="{A9C8EC64-7A77-4941-A669-D2CE90086599}" destId="{A28F446E-999D-40FD-8535-08CF8DBD6F51}" srcOrd="0" destOrd="0" presId="urn:microsoft.com/office/officeart/2005/8/layout/orgChart1"/>
    <dgm:cxn modelId="{5389E28E-6438-47B0-B216-4CAC05FA1EB6}" type="presParOf" srcId="{A28F446E-999D-40FD-8535-08CF8DBD6F51}" destId="{53860BC5-0F4F-4265-8D00-6359DD350E64}" srcOrd="0" destOrd="0" presId="urn:microsoft.com/office/officeart/2005/8/layout/orgChart1"/>
    <dgm:cxn modelId="{2A622701-799A-4101-A40A-38F5C02B3E21}" type="presParOf" srcId="{53860BC5-0F4F-4265-8D00-6359DD350E64}" destId="{C50BE627-6424-42F3-8098-AF0D1F15E48B}" srcOrd="0" destOrd="0" presId="urn:microsoft.com/office/officeart/2005/8/layout/orgChart1"/>
    <dgm:cxn modelId="{6877B4E9-B63A-46C8-B427-61B32E61AF7A}" type="presParOf" srcId="{53860BC5-0F4F-4265-8D00-6359DD350E64}" destId="{64CF9A7F-79B1-4D70-B846-B3E8141A0212}" srcOrd="1" destOrd="0" presId="urn:microsoft.com/office/officeart/2005/8/layout/orgChart1"/>
    <dgm:cxn modelId="{3DE1A669-5453-43A6-8538-72137CA2370D}" type="presParOf" srcId="{A28F446E-999D-40FD-8535-08CF8DBD6F51}" destId="{10ACC422-1FF3-4FF4-93BE-54A8E10C9DB8}" srcOrd="1" destOrd="0" presId="urn:microsoft.com/office/officeart/2005/8/layout/orgChart1"/>
    <dgm:cxn modelId="{2B4B6957-CCFA-486D-AC99-29D29A61446A}" type="presParOf" srcId="{10ACC422-1FF3-4FF4-93BE-54A8E10C9DB8}" destId="{0B18B11B-C7B8-48DA-98F7-F7DDF3A57F6F}" srcOrd="0" destOrd="0" presId="urn:microsoft.com/office/officeart/2005/8/layout/orgChart1"/>
    <dgm:cxn modelId="{231B077D-EE47-44AA-B872-B5DB68986699}" type="presParOf" srcId="{10ACC422-1FF3-4FF4-93BE-54A8E10C9DB8}" destId="{CF7B54C1-BF19-40ED-9B4F-469A7A75D4E1}" srcOrd="1" destOrd="0" presId="urn:microsoft.com/office/officeart/2005/8/layout/orgChart1"/>
    <dgm:cxn modelId="{26A5C41F-C4C7-4010-92EF-9541FE1274AD}" type="presParOf" srcId="{CF7B54C1-BF19-40ED-9B4F-469A7A75D4E1}" destId="{5C646D47-26C9-46A7-A0F4-4E13D852CB1F}" srcOrd="0" destOrd="0" presId="urn:microsoft.com/office/officeart/2005/8/layout/orgChart1"/>
    <dgm:cxn modelId="{C0B8128B-1472-4FC1-ABC0-B0BDFA4E8D48}" type="presParOf" srcId="{5C646D47-26C9-46A7-A0F4-4E13D852CB1F}" destId="{E00ED0FF-9C27-478F-AB5B-A30C7A245387}" srcOrd="0" destOrd="0" presId="urn:microsoft.com/office/officeart/2005/8/layout/orgChart1"/>
    <dgm:cxn modelId="{042AE774-7FA0-4A94-933C-07532D6326C5}" type="presParOf" srcId="{5C646D47-26C9-46A7-A0F4-4E13D852CB1F}" destId="{EF685712-EB0D-4636-9AF4-69D6B0C60B8B}" srcOrd="1" destOrd="0" presId="urn:microsoft.com/office/officeart/2005/8/layout/orgChart1"/>
    <dgm:cxn modelId="{710059DE-92F1-43D9-94F9-AC0042506F4C}" type="presParOf" srcId="{CF7B54C1-BF19-40ED-9B4F-469A7A75D4E1}" destId="{90A5F2D7-BB64-42A5-ADFE-5FB7F87A8424}" srcOrd="1" destOrd="0" presId="urn:microsoft.com/office/officeart/2005/8/layout/orgChart1"/>
    <dgm:cxn modelId="{5DCD4840-0006-46C2-8544-6D23C198AC90}" type="presParOf" srcId="{CF7B54C1-BF19-40ED-9B4F-469A7A75D4E1}" destId="{BA94822D-15B0-42BC-987C-B12383229207}" srcOrd="2" destOrd="0" presId="urn:microsoft.com/office/officeart/2005/8/layout/orgChart1"/>
    <dgm:cxn modelId="{E228840F-A457-4695-98DE-66B564AD3916}" type="presParOf" srcId="{10ACC422-1FF3-4FF4-93BE-54A8E10C9DB8}" destId="{CA062CA7-6F37-43D5-B4BA-4B43060114D2}" srcOrd="2" destOrd="0" presId="urn:microsoft.com/office/officeart/2005/8/layout/orgChart1"/>
    <dgm:cxn modelId="{2F9AFB30-31FA-4C5E-A3E2-B499EF0F1D09}" type="presParOf" srcId="{10ACC422-1FF3-4FF4-93BE-54A8E10C9DB8}" destId="{72D677D3-86F1-4D57-B905-AC5DB1C2AF76}" srcOrd="3" destOrd="0" presId="urn:microsoft.com/office/officeart/2005/8/layout/orgChart1"/>
    <dgm:cxn modelId="{4CF5CEB1-9D59-4921-8FF8-6F184C231948}" type="presParOf" srcId="{72D677D3-86F1-4D57-B905-AC5DB1C2AF76}" destId="{B7328647-F750-43DE-B868-6FDB9FDB63E3}" srcOrd="0" destOrd="0" presId="urn:microsoft.com/office/officeart/2005/8/layout/orgChart1"/>
    <dgm:cxn modelId="{C6970180-92EB-447F-A8BC-A1FCFEE3D9A3}" type="presParOf" srcId="{B7328647-F750-43DE-B868-6FDB9FDB63E3}" destId="{40C34702-ECB9-4D58-8F83-B6BB2B6AF4E6}" srcOrd="0" destOrd="0" presId="urn:microsoft.com/office/officeart/2005/8/layout/orgChart1"/>
    <dgm:cxn modelId="{42D74DDC-6A91-46F6-A828-3F13DC71F0A3}" type="presParOf" srcId="{B7328647-F750-43DE-B868-6FDB9FDB63E3}" destId="{111318FC-DCEE-41F7-9677-F8A78CAEC872}" srcOrd="1" destOrd="0" presId="urn:microsoft.com/office/officeart/2005/8/layout/orgChart1"/>
    <dgm:cxn modelId="{A98F7A44-976D-484E-8C33-33ADBE7253D0}" type="presParOf" srcId="{72D677D3-86F1-4D57-B905-AC5DB1C2AF76}" destId="{B6FF61CC-AA11-481A-99AF-99F78EFEC6D2}" srcOrd="1" destOrd="0" presId="urn:microsoft.com/office/officeart/2005/8/layout/orgChart1"/>
    <dgm:cxn modelId="{7E351337-9B5C-4772-A9F8-59E88A738D86}" type="presParOf" srcId="{72D677D3-86F1-4D57-B905-AC5DB1C2AF76}" destId="{1DEED3A1-AC24-459E-8158-045F55BBA73A}" srcOrd="2" destOrd="0" presId="urn:microsoft.com/office/officeart/2005/8/layout/orgChart1"/>
    <dgm:cxn modelId="{AF96B5F9-D023-4776-A12E-9FDE6298B99F}" type="presParOf" srcId="{A28F446E-999D-40FD-8535-08CF8DBD6F51}" destId="{ADC68631-4579-4239-B1CF-4EC53919666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6EA5CA-730F-4473-9B73-830E710B4A5B}" type="doc">
      <dgm:prSet loTypeId="urn:microsoft.com/office/officeart/2005/8/layout/orgChart1" loCatId="hierarchy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GB"/>
        </a:p>
      </dgm:t>
    </dgm:pt>
    <dgm:pt modelId="{3D1388F6-A561-4398-AA13-BA496EE8D225}">
      <dgm:prSet phldrT="[Text]" custT="1"/>
      <dgm:spPr>
        <a:xfrm>
          <a:off x="2123378" y="12775"/>
          <a:ext cx="3662657" cy="418993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400" b="1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1. Determine the population of reference</a:t>
          </a:r>
        </a:p>
      </dgm:t>
    </dgm:pt>
    <dgm:pt modelId="{B70B9120-0527-42C6-B311-79D62A7CEB5B}" type="parTrans" cxnId="{199D2F45-75AC-4A6A-BFA9-570A8C0FEBCB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</a:endParaRPr>
        </a:p>
      </dgm:t>
    </dgm:pt>
    <dgm:pt modelId="{73322895-448E-46EB-B7FF-4A10BF408E5E}" type="sibTrans" cxnId="{199D2F45-75AC-4A6A-BFA9-570A8C0FEBCB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</a:endParaRPr>
        </a:p>
      </dgm:t>
    </dgm:pt>
    <dgm:pt modelId="{1E6DFC98-4953-4AB0-8063-C84B97C2E203}">
      <dgm:prSet custT="1"/>
      <dgm:spPr>
        <a:xfrm>
          <a:off x="0" y="1750201"/>
          <a:ext cx="2308089" cy="5858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200" b="1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Random sampling</a:t>
          </a:r>
        </a:p>
      </dgm:t>
    </dgm:pt>
    <dgm:pt modelId="{E6D25A47-327D-45E0-8FAA-EEA5BCD54D79}" type="parTrans" cxnId="{5EE413C5-1A91-41A9-BDBE-6AE373E9874C}">
      <dgm:prSet/>
      <dgm:spPr>
        <a:xfrm>
          <a:off x="1154044" y="431769"/>
          <a:ext cx="2800662" cy="1318432"/>
        </a:xfrm>
        <a:custGeom>
          <a:avLst/>
          <a:gdLst/>
          <a:ahLst/>
          <a:cxnLst/>
          <a:rect l="0" t="0" r="0" b="0"/>
          <a:pathLst>
            <a:path>
              <a:moveTo>
                <a:pt x="2800662" y="0"/>
              </a:moveTo>
              <a:lnTo>
                <a:pt x="2800662" y="1121020"/>
              </a:lnTo>
              <a:lnTo>
                <a:pt x="0" y="1121020"/>
              </a:lnTo>
              <a:lnTo>
                <a:pt x="0" y="1318432"/>
              </a:lnTo>
            </a:path>
          </a:pathLst>
        </a:custGeom>
        <a:noFill/>
        <a:ln w="25400" cap="flat" cmpd="sng" algn="ctr">
          <a:solidFill>
            <a:schemeClr val="tx2">
              <a:lumMod val="50000"/>
            </a:schemeClr>
          </a:solidFill>
          <a:prstDash val="solid"/>
        </a:ln>
        <a:effectLst/>
      </dgm:spPr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</a:endParaRPr>
        </a:p>
      </dgm:t>
    </dgm:pt>
    <dgm:pt modelId="{1F414A92-BE31-4500-AE3C-824D4288B312}" type="sibTrans" cxnId="{5EE413C5-1A91-41A9-BDBE-6AE373E9874C}">
      <dgm:prSet/>
      <dgm:spPr/>
      <dgm:t>
        <a:bodyPr/>
        <a:lstStyle/>
        <a:p>
          <a:endParaRPr lang="en-GB" sz="1200">
            <a:solidFill>
              <a:schemeClr val="accent2">
                <a:lumMod val="50000"/>
              </a:schemeClr>
            </a:solidFill>
          </a:endParaRPr>
        </a:p>
      </dgm:t>
    </dgm:pt>
    <dgm:pt modelId="{EE073899-C49B-4DE3-8C9C-181A468B0BB4}">
      <dgm:prSet custT="1"/>
      <dgm:spPr>
        <a:xfrm>
          <a:off x="2102264" y="662506"/>
          <a:ext cx="3647278" cy="508045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400" b="1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2. Choose a sampling strategy</a:t>
          </a:r>
        </a:p>
      </dgm:t>
    </dgm:pt>
    <dgm:pt modelId="{814D5C5C-14CD-4A17-A59D-38AABBD98B4C}" type="parTrans" cxnId="{B20AAE7A-34EB-4F86-B2E3-691648571D9F}">
      <dgm:prSet/>
      <dgm:spPr/>
      <dgm:t>
        <a:bodyPr/>
        <a:lstStyle/>
        <a:p>
          <a:endParaRPr lang="en-GB" sz="1200"/>
        </a:p>
      </dgm:t>
    </dgm:pt>
    <dgm:pt modelId="{21A69B07-7981-4B99-A080-D582DF433F2B}" type="sibTrans" cxnId="{B20AAE7A-34EB-4F86-B2E3-691648571D9F}">
      <dgm:prSet/>
      <dgm:spPr/>
      <dgm:t>
        <a:bodyPr/>
        <a:lstStyle/>
        <a:p>
          <a:endParaRPr lang="en-GB" sz="1200"/>
        </a:p>
      </dgm:t>
    </dgm:pt>
    <dgm:pt modelId="{C5C2B7AB-50B4-4399-8E47-7416EC0BE13D}">
      <dgm:prSet custT="1"/>
      <dgm:spPr>
        <a:xfrm>
          <a:off x="6072377" y="1749430"/>
          <a:ext cx="2308089" cy="585891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  <dgm:t>
        <a:bodyPr/>
        <a:lstStyle/>
        <a:p>
          <a:r>
            <a:rPr lang="en-GB" sz="1200" b="1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Purposive sampling</a:t>
          </a:r>
        </a:p>
      </dgm:t>
    </dgm:pt>
    <dgm:pt modelId="{0372F3D3-BF1B-4794-88A0-18C9102B468B}" type="parTrans" cxnId="{23AA6749-1D85-4392-AA3F-79ABD3B95761}">
      <dgm:prSet/>
      <dgm:spPr>
        <a:xfrm>
          <a:off x="3954706" y="431769"/>
          <a:ext cx="3271715" cy="1317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0249"/>
              </a:lnTo>
              <a:lnTo>
                <a:pt x="3271715" y="1120249"/>
              </a:lnTo>
              <a:lnTo>
                <a:pt x="3271715" y="1317661"/>
              </a:lnTo>
            </a:path>
          </a:pathLst>
        </a:custGeom>
        <a:noFill/>
        <a:ln w="25400" cap="flat" cmpd="sng" algn="ctr">
          <a:solidFill>
            <a:schemeClr val="tx2">
              <a:lumMod val="50000"/>
            </a:schemeClr>
          </a:solidFill>
          <a:prstDash val="solid"/>
        </a:ln>
        <a:effectLst/>
      </dgm:spPr>
      <dgm:t>
        <a:bodyPr/>
        <a:lstStyle/>
        <a:p>
          <a:endParaRPr lang="en-GB" sz="1200"/>
        </a:p>
      </dgm:t>
    </dgm:pt>
    <dgm:pt modelId="{9DF3564A-82DD-4007-A2E4-010C334A9084}" type="sibTrans" cxnId="{23AA6749-1D85-4392-AA3F-79ABD3B95761}">
      <dgm:prSet/>
      <dgm:spPr/>
      <dgm:t>
        <a:bodyPr/>
        <a:lstStyle/>
        <a:p>
          <a:endParaRPr lang="en-GB" sz="1200"/>
        </a:p>
      </dgm:t>
    </dgm:pt>
    <dgm:pt modelId="{A9C8EC64-7A77-4941-A669-D2CE90086599}" type="pres">
      <dgm:prSet presAssocID="{A76EA5CA-730F-4473-9B73-830E710B4A5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0393300-1781-4D19-80E7-1D54BFC5E467}" type="pres">
      <dgm:prSet presAssocID="{EE073899-C49B-4DE3-8C9C-181A468B0BB4}" presName="hierRoot1" presStyleCnt="0">
        <dgm:presLayoutVars>
          <dgm:hierBranch val="init"/>
        </dgm:presLayoutVars>
      </dgm:prSet>
      <dgm:spPr/>
    </dgm:pt>
    <dgm:pt modelId="{9DED3073-4CE3-4DDC-A90F-31B5C29F4748}" type="pres">
      <dgm:prSet presAssocID="{EE073899-C49B-4DE3-8C9C-181A468B0BB4}" presName="rootComposite1" presStyleCnt="0"/>
      <dgm:spPr/>
    </dgm:pt>
    <dgm:pt modelId="{DE20F815-A0AE-4BAE-AA88-6F2F987ACB5E}" type="pres">
      <dgm:prSet presAssocID="{EE073899-C49B-4DE3-8C9C-181A468B0BB4}" presName="rootText1" presStyleLbl="node0" presStyleIdx="0" presStyleCnt="2" custScaleX="193992" custScaleY="54044" custLinFactX="26399" custLinFactNeighborX="100000" custLinFactNeighborY="-49618">
        <dgm:presLayoutVars>
          <dgm:chPref val="3"/>
        </dgm:presLayoutVars>
      </dgm:prSet>
      <dgm:spPr/>
    </dgm:pt>
    <dgm:pt modelId="{3C1439D4-1646-42F9-9909-773F61EEBEB1}" type="pres">
      <dgm:prSet presAssocID="{EE073899-C49B-4DE3-8C9C-181A468B0BB4}" presName="rootConnector1" presStyleLbl="node1" presStyleIdx="0" presStyleCnt="0"/>
      <dgm:spPr/>
    </dgm:pt>
    <dgm:pt modelId="{AE21A43D-C4C5-42DA-A66F-27F3458558A9}" type="pres">
      <dgm:prSet presAssocID="{EE073899-C49B-4DE3-8C9C-181A468B0BB4}" presName="hierChild2" presStyleCnt="0"/>
      <dgm:spPr/>
    </dgm:pt>
    <dgm:pt modelId="{B91A983E-05CE-497C-BE45-4E29B0A79C1A}" type="pres">
      <dgm:prSet presAssocID="{EE073899-C49B-4DE3-8C9C-181A468B0BB4}" presName="hierChild3" presStyleCnt="0"/>
      <dgm:spPr/>
    </dgm:pt>
    <dgm:pt modelId="{A28F446E-999D-40FD-8535-08CF8DBD6F51}" type="pres">
      <dgm:prSet presAssocID="{3D1388F6-A561-4398-AA13-BA496EE8D225}" presName="hierRoot1" presStyleCnt="0">
        <dgm:presLayoutVars>
          <dgm:hierBranch val="init"/>
        </dgm:presLayoutVars>
      </dgm:prSet>
      <dgm:spPr/>
    </dgm:pt>
    <dgm:pt modelId="{53860BC5-0F4F-4265-8D00-6359DD350E64}" type="pres">
      <dgm:prSet presAssocID="{3D1388F6-A561-4398-AA13-BA496EE8D225}" presName="rootComposite1" presStyleCnt="0"/>
      <dgm:spPr/>
    </dgm:pt>
    <dgm:pt modelId="{C50BE627-6424-42F3-8098-AF0D1F15E48B}" type="pres">
      <dgm:prSet presAssocID="{3D1388F6-A561-4398-AA13-BA496EE8D225}" presName="rootText1" presStyleLbl="node0" presStyleIdx="1" presStyleCnt="2" custScaleX="194810" custScaleY="44571" custLinFactY="-10774" custLinFactNeighborX="-87470" custLinFactNeighborY="-100000">
        <dgm:presLayoutVars>
          <dgm:chPref val="3"/>
        </dgm:presLayoutVars>
      </dgm:prSet>
      <dgm:spPr/>
    </dgm:pt>
    <dgm:pt modelId="{64CF9A7F-79B1-4D70-B846-B3E8141A0212}" type="pres">
      <dgm:prSet presAssocID="{3D1388F6-A561-4398-AA13-BA496EE8D225}" presName="rootConnector1" presStyleLbl="node1" presStyleIdx="0" presStyleCnt="0"/>
      <dgm:spPr/>
    </dgm:pt>
    <dgm:pt modelId="{10ACC422-1FF3-4FF4-93BE-54A8E10C9DB8}" type="pres">
      <dgm:prSet presAssocID="{3D1388F6-A561-4398-AA13-BA496EE8D225}" presName="hierChild2" presStyleCnt="0"/>
      <dgm:spPr/>
    </dgm:pt>
    <dgm:pt modelId="{0B18B11B-C7B8-48DA-98F7-F7DDF3A57F6F}" type="pres">
      <dgm:prSet presAssocID="{E6D25A47-327D-45E0-8FAA-EEA5BCD54D79}" presName="Name37" presStyleLbl="parChTrans1D2" presStyleIdx="0" presStyleCnt="2"/>
      <dgm:spPr/>
    </dgm:pt>
    <dgm:pt modelId="{CF7B54C1-BF19-40ED-9B4F-469A7A75D4E1}" type="pres">
      <dgm:prSet presAssocID="{1E6DFC98-4953-4AB0-8063-C84B97C2E203}" presName="hierRoot2" presStyleCnt="0">
        <dgm:presLayoutVars>
          <dgm:hierBranch val="init"/>
        </dgm:presLayoutVars>
      </dgm:prSet>
      <dgm:spPr/>
    </dgm:pt>
    <dgm:pt modelId="{5C646D47-26C9-46A7-A0F4-4E13D852CB1F}" type="pres">
      <dgm:prSet presAssocID="{1E6DFC98-4953-4AB0-8063-C84B97C2E203}" presName="rootComposite" presStyleCnt="0"/>
      <dgm:spPr/>
    </dgm:pt>
    <dgm:pt modelId="{E00ED0FF-9C27-478F-AB5B-A30C7A245387}" type="pres">
      <dgm:prSet presAssocID="{1E6DFC98-4953-4AB0-8063-C84B97C2E203}" presName="rootText" presStyleLbl="node2" presStyleIdx="0" presStyleCnt="2" custScaleX="122763" custScaleY="62325" custLinFactX="-100000" custLinFactNeighborX="-102128" custLinFactNeighborY="-20484">
        <dgm:presLayoutVars>
          <dgm:chPref val="3"/>
        </dgm:presLayoutVars>
      </dgm:prSet>
      <dgm:spPr/>
    </dgm:pt>
    <dgm:pt modelId="{EF685712-EB0D-4636-9AF4-69D6B0C60B8B}" type="pres">
      <dgm:prSet presAssocID="{1E6DFC98-4953-4AB0-8063-C84B97C2E203}" presName="rootConnector" presStyleLbl="node2" presStyleIdx="0" presStyleCnt="2"/>
      <dgm:spPr/>
    </dgm:pt>
    <dgm:pt modelId="{90A5F2D7-BB64-42A5-ADFE-5FB7F87A8424}" type="pres">
      <dgm:prSet presAssocID="{1E6DFC98-4953-4AB0-8063-C84B97C2E203}" presName="hierChild4" presStyleCnt="0"/>
      <dgm:spPr/>
    </dgm:pt>
    <dgm:pt modelId="{BA94822D-15B0-42BC-987C-B12383229207}" type="pres">
      <dgm:prSet presAssocID="{1E6DFC98-4953-4AB0-8063-C84B97C2E203}" presName="hierChild5" presStyleCnt="0"/>
      <dgm:spPr/>
    </dgm:pt>
    <dgm:pt modelId="{AB4C0007-814F-4B06-920F-6F002EC4455E}" type="pres">
      <dgm:prSet presAssocID="{0372F3D3-BF1B-4794-88A0-18C9102B468B}" presName="Name37" presStyleLbl="parChTrans1D2" presStyleIdx="1" presStyleCnt="2"/>
      <dgm:spPr/>
    </dgm:pt>
    <dgm:pt modelId="{5D0A4188-C37C-489D-BD4B-0E4DF22244B2}" type="pres">
      <dgm:prSet presAssocID="{C5C2B7AB-50B4-4399-8E47-7416EC0BE13D}" presName="hierRoot2" presStyleCnt="0">
        <dgm:presLayoutVars>
          <dgm:hierBranch val="init"/>
        </dgm:presLayoutVars>
      </dgm:prSet>
      <dgm:spPr/>
    </dgm:pt>
    <dgm:pt modelId="{51ECD274-07EC-4604-9A57-A51DCB4FEAB7}" type="pres">
      <dgm:prSet presAssocID="{C5C2B7AB-50B4-4399-8E47-7416EC0BE13D}" presName="rootComposite" presStyleCnt="0"/>
      <dgm:spPr/>
    </dgm:pt>
    <dgm:pt modelId="{B38C6661-88D1-4344-AD46-FB8856BBF603}" type="pres">
      <dgm:prSet presAssocID="{C5C2B7AB-50B4-4399-8E47-7416EC0BE13D}" presName="rootText" presStyleLbl="node2" presStyleIdx="1" presStyleCnt="2" custScaleX="122763" custScaleY="62325" custLinFactNeighborX="500" custLinFactNeighborY="-20566">
        <dgm:presLayoutVars>
          <dgm:chPref val="3"/>
        </dgm:presLayoutVars>
      </dgm:prSet>
      <dgm:spPr/>
    </dgm:pt>
    <dgm:pt modelId="{DC642DC0-8272-4639-9C8F-F54F55E573ED}" type="pres">
      <dgm:prSet presAssocID="{C5C2B7AB-50B4-4399-8E47-7416EC0BE13D}" presName="rootConnector" presStyleLbl="node2" presStyleIdx="1" presStyleCnt="2"/>
      <dgm:spPr/>
    </dgm:pt>
    <dgm:pt modelId="{40E51259-B9BA-4A91-B6C5-99E926E717BB}" type="pres">
      <dgm:prSet presAssocID="{C5C2B7AB-50B4-4399-8E47-7416EC0BE13D}" presName="hierChild4" presStyleCnt="0"/>
      <dgm:spPr/>
    </dgm:pt>
    <dgm:pt modelId="{A99B12E9-2534-436A-9CF9-98E2AF44E173}" type="pres">
      <dgm:prSet presAssocID="{C5C2B7AB-50B4-4399-8E47-7416EC0BE13D}" presName="hierChild5" presStyleCnt="0"/>
      <dgm:spPr/>
    </dgm:pt>
    <dgm:pt modelId="{ADC68631-4579-4239-B1CF-4EC53919666E}" type="pres">
      <dgm:prSet presAssocID="{3D1388F6-A561-4398-AA13-BA496EE8D225}" presName="hierChild3" presStyleCnt="0"/>
      <dgm:spPr/>
    </dgm:pt>
  </dgm:ptLst>
  <dgm:cxnLst>
    <dgm:cxn modelId="{4749C41F-1194-4BD7-862B-F6078F695411}" type="presOf" srcId="{E6D25A47-327D-45E0-8FAA-EEA5BCD54D79}" destId="{0B18B11B-C7B8-48DA-98F7-F7DDF3A57F6F}" srcOrd="0" destOrd="0" presId="urn:microsoft.com/office/officeart/2005/8/layout/orgChart1"/>
    <dgm:cxn modelId="{91E14F20-441B-41B3-8611-4F6A5DD198EF}" type="presOf" srcId="{EE073899-C49B-4DE3-8C9C-181A468B0BB4}" destId="{3C1439D4-1646-42F9-9909-773F61EEBEB1}" srcOrd="1" destOrd="0" presId="urn:microsoft.com/office/officeart/2005/8/layout/orgChart1"/>
    <dgm:cxn modelId="{38348422-DB36-403D-B88B-B4A28E5EED69}" type="presOf" srcId="{1E6DFC98-4953-4AB0-8063-C84B97C2E203}" destId="{EF685712-EB0D-4636-9AF4-69D6B0C60B8B}" srcOrd="1" destOrd="0" presId="urn:microsoft.com/office/officeart/2005/8/layout/orgChart1"/>
    <dgm:cxn modelId="{199D2F45-75AC-4A6A-BFA9-570A8C0FEBCB}" srcId="{A76EA5CA-730F-4473-9B73-830E710B4A5B}" destId="{3D1388F6-A561-4398-AA13-BA496EE8D225}" srcOrd="1" destOrd="0" parTransId="{B70B9120-0527-42C6-B311-79D62A7CEB5B}" sibTransId="{73322895-448E-46EB-B7FF-4A10BF408E5E}"/>
    <dgm:cxn modelId="{23AA6749-1D85-4392-AA3F-79ABD3B95761}" srcId="{3D1388F6-A561-4398-AA13-BA496EE8D225}" destId="{C5C2B7AB-50B4-4399-8E47-7416EC0BE13D}" srcOrd="1" destOrd="0" parTransId="{0372F3D3-BF1B-4794-88A0-18C9102B468B}" sibTransId="{9DF3564A-82DD-4007-A2E4-010C334A9084}"/>
    <dgm:cxn modelId="{A0F2484A-0E48-4AE4-B0CE-5900EFDAE644}" type="presOf" srcId="{3D1388F6-A561-4398-AA13-BA496EE8D225}" destId="{C50BE627-6424-42F3-8098-AF0D1F15E48B}" srcOrd="0" destOrd="0" presId="urn:microsoft.com/office/officeart/2005/8/layout/orgChart1"/>
    <dgm:cxn modelId="{B69BAF4C-FEA2-4621-8066-C67A192953D3}" type="presOf" srcId="{0372F3D3-BF1B-4794-88A0-18C9102B468B}" destId="{AB4C0007-814F-4B06-920F-6F002EC4455E}" srcOrd="0" destOrd="0" presId="urn:microsoft.com/office/officeart/2005/8/layout/orgChart1"/>
    <dgm:cxn modelId="{3FA2EE4C-5B13-495C-80FC-6B5095DE73FC}" type="presOf" srcId="{3D1388F6-A561-4398-AA13-BA496EE8D225}" destId="{64CF9A7F-79B1-4D70-B846-B3E8141A0212}" srcOrd="1" destOrd="0" presId="urn:microsoft.com/office/officeart/2005/8/layout/orgChart1"/>
    <dgm:cxn modelId="{C739AF4E-760C-4FAF-AE22-396085EB6556}" type="presOf" srcId="{C5C2B7AB-50B4-4399-8E47-7416EC0BE13D}" destId="{B38C6661-88D1-4344-AD46-FB8856BBF603}" srcOrd="0" destOrd="0" presId="urn:microsoft.com/office/officeart/2005/8/layout/orgChart1"/>
    <dgm:cxn modelId="{961BC051-41AD-412A-9106-65D4E06222D0}" type="presOf" srcId="{EE073899-C49B-4DE3-8C9C-181A468B0BB4}" destId="{DE20F815-A0AE-4BAE-AA88-6F2F987ACB5E}" srcOrd="0" destOrd="0" presId="urn:microsoft.com/office/officeart/2005/8/layout/orgChart1"/>
    <dgm:cxn modelId="{A2C0DB58-E49A-45BA-B99E-D5A392ECDF65}" type="presOf" srcId="{1E6DFC98-4953-4AB0-8063-C84B97C2E203}" destId="{E00ED0FF-9C27-478F-AB5B-A30C7A245387}" srcOrd="0" destOrd="0" presId="urn:microsoft.com/office/officeart/2005/8/layout/orgChart1"/>
    <dgm:cxn modelId="{00231178-47B7-4E66-BE52-F43B33843359}" type="presOf" srcId="{A76EA5CA-730F-4473-9B73-830E710B4A5B}" destId="{A9C8EC64-7A77-4941-A669-D2CE90086599}" srcOrd="0" destOrd="0" presId="urn:microsoft.com/office/officeart/2005/8/layout/orgChart1"/>
    <dgm:cxn modelId="{B20AAE7A-34EB-4F86-B2E3-691648571D9F}" srcId="{A76EA5CA-730F-4473-9B73-830E710B4A5B}" destId="{EE073899-C49B-4DE3-8C9C-181A468B0BB4}" srcOrd="0" destOrd="0" parTransId="{814D5C5C-14CD-4A17-A59D-38AABBD98B4C}" sibTransId="{21A69B07-7981-4B99-A080-D582DF433F2B}"/>
    <dgm:cxn modelId="{F05E877B-60A7-45C4-B266-D7FE7C6C244E}" type="presOf" srcId="{C5C2B7AB-50B4-4399-8E47-7416EC0BE13D}" destId="{DC642DC0-8272-4639-9C8F-F54F55E573ED}" srcOrd="1" destOrd="0" presId="urn:microsoft.com/office/officeart/2005/8/layout/orgChart1"/>
    <dgm:cxn modelId="{5EE413C5-1A91-41A9-BDBE-6AE373E9874C}" srcId="{3D1388F6-A561-4398-AA13-BA496EE8D225}" destId="{1E6DFC98-4953-4AB0-8063-C84B97C2E203}" srcOrd="0" destOrd="0" parTransId="{E6D25A47-327D-45E0-8FAA-EEA5BCD54D79}" sibTransId="{1F414A92-BE31-4500-AE3C-824D4288B312}"/>
    <dgm:cxn modelId="{45139C42-175F-4A71-98C6-87FB66A0A9C4}" type="presParOf" srcId="{A9C8EC64-7A77-4941-A669-D2CE90086599}" destId="{B0393300-1781-4D19-80E7-1D54BFC5E467}" srcOrd="0" destOrd="0" presId="urn:microsoft.com/office/officeart/2005/8/layout/orgChart1"/>
    <dgm:cxn modelId="{D3152FAD-DFB8-46E3-8AF1-1E27CBDBC7E2}" type="presParOf" srcId="{B0393300-1781-4D19-80E7-1D54BFC5E467}" destId="{9DED3073-4CE3-4DDC-A90F-31B5C29F4748}" srcOrd="0" destOrd="0" presId="urn:microsoft.com/office/officeart/2005/8/layout/orgChart1"/>
    <dgm:cxn modelId="{EAEC9AE8-19C9-4CF8-BBD5-5122938D5F6B}" type="presParOf" srcId="{9DED3073-4CE3-4DDC-A90F-31B5C29F4748}" destId="{DE20F815-A0AE-4BAE-AA88-6F2F987ACB5E}" srcOrd="0" destOrd="0" presId="urn:microsoft.com/office/officeart/2005/8/layout/orgChart1"/>
    <dgm:cxn modelId="{693B3692-761B-4FE0-8D73-685E3D109820}" type="presParOf" srcId="{9DED3073-4CE3-4DDC-A90F-31B5C29F4748}" destId="{3C1439D4-1646-42F9-9909-773F61EEBEB1}" srcOrd="1" destOrd="0" presId="urn:microsoft.com/office/officeart/2005/8/layout/orgChart1"/>
    <dgm:cxn modelId="{6F1BF194-2CE3-49B6-8739-490CA485293F}" type="presParOf" srcId="{B0393300-1781-4D19-80E7-1D54BFC5E467}" destId="{AE21A43D-C4C5-42DA-A66F-27F3458558A9}" srcOrd="1" destOrd="0" presId="urn:microsoft.com/office/officeart/2005/8/layout/orgChart1"/>
    <dgm:cxn modelId="{1440E54E-2F8C-4E51-9D4E-1ACAB4A38896}" type="presParOf" srcId="{B0393300-1781-4D19-80E7-1D54BFC5E467}" destId="{B91A983E-05CE-497C-BE45-4E29B0A79C1A}" srcOrd="2" destOrd="0" presId="urn:microsoft.com/office/officeart/2005/8/layout/orgChart1"/>
    <dgm:cxn modelId="{A6D44901-6828-4910-90F8-8133EAFA7CA4}" type="presParOf" srcId="{A9C8EC64-7A77-4941-A669-D2CE90086599}" destId="{A28F446E-999D-40FD-8535-08CF8DBD6F51}" srcOrd="1" destOrd="0" presId="urn:microsoft.com/office/officeart/2005/8/layout/orgChart1"/>
    <dgm:cxn modelId="{ECE44974-BC09-4A71-A72A-99FDE501C4EE}" type="presParOf" srcId="{A28F446E-999D-40FD-8535-08CF8DBD6F51}" destId="{53860BC5-0F4F-4265-8D00-6359DD350E64}" srcOrd="0" destOrd="0" presId="urn:microsoft.com/office/officeart/2005/8/layout/orgChart1"/>
    <dgm:cxn modelId="{93024FEC-2C3B-43D6-9281-9CA52405F83B}" type="presParOf" srcId="{53860BC5-0F4F-4265-8D00-6359DD350E64}" destId="{C50BE627-6424-42F3-8098-AF0D1F15E48B}" srcOrd="0" destOrd="0" presId="urn:microsoft.com/office/officeart/2005/8/layout/orgChart1"/>
    <dgm:cxn modelId="{15BDEEF3-1C9A-49BD-B09D-56E9BC5D3479}" type="presParOf" srcId="{53860BC5-0F4F-4265-8D00-6359DD350E64}" destId="{64CF9A7F-79B1-4D70-B846-B3E8141A0212}" srcOrd="1" destOrd="0" presId="urn:microsoft.com/office/officeart/2005/8/layout/orgChart1"/>
    <dgm:cxn modelId="{1FAF66CE-3B0A-4966-A994-EECA64A2C977}" type="presParOf" srcId="{A28F446E-999D-40FD-8535-08CF8DBD6F51}" destId="{10ACC422-1FF3-4FF4-93BE-54A8E10C9DB8}" srcOrd="1" destOrd="0" presId="urn:microsoft.com/office/officeart/2005/8/layout/orgChart1"/>
    <dgm:cxn modelId="{843FCF21-5949-4F81-9A68-D2447BA8A403}" type="presParOf" srcId="{10ACC422-1FF3-4FF4-93BE-54A8E10C9DB8}" destId="{0B18B11B-C7B8-48DA-98F7-F7DDF3A57F6F}" srcOrd="0" destOrd="0" presId="urn:microsoft.com/office/officeart/2005/8/layout/orgChart1"/>
    <dgm:cxn modelId="{94E22C02-CC75-4EC8-A19C-B10C2B2520F8}" type="presParOf" srcId="{10ACC422-1FF3-4FF4-93BE-54A8E10C9DB8}" destId="{CF7B54C1-BF19-40ED-9B4F-469A7A75D4E1}" srcOrd="1" destOrd="0" presId="urn:microsoft.com/office/officeart/2005/8/layout/orgChart1"/>
    <dgm:cxn modelId="{A25D44FE-7BEC-44A7-98E7-566E1506887B}" type="presParOf" srcId="{CF7B54C1-BF19-40ED-9B4F-469A7A75D4E1}" destId="{5C646D47-26C9-46A7-A0F4-4E13D852CB1F}" srcOrd="0" destOrd="0" presId="urn:microsoft.com/office/officeart/2005/8/layout/orgChart1"/>
    <dgm:cxn modelId="{3EDF6672-AEB5-4AE5-ACC6-07CBA707A61C}" type="presParOf" srcId="{5C646D47-26C9-46A7-A0F4-4E13D852CB1F}" destId="{E00ED0FF-9C27-478F-AB5B-A30C7A245387}" srcOrd="0" destOrd="0" presId="urn:microsoft.com/office/officeart/2005/8/layout/orgChart1"/>
    <dgm:cxn modelId="{675F97CC-E16C-4AD5-9388-599B7A146114}" type="presParOf" srcId="{5C646D47-26C9-46A7-A0F4-4E13D852CB1F}" destId="{EF685712-EB0D-4636-9AF4-69D6B0C60B8B}" srcOrd="1" destOrd="0" presId="urn:microsoft.com/office/officeart/2005/8/layout/orgChart1"/>
    <dgm:cxn modelId="{CA235D3B-AE9B-48FD-A655-876A74C5F4CB}" type="presParOf" srcId="{CF7B54C1-BF19-40ED-9B4F-469A7A75D4E1}" destId="{90A5F2D7-BB64-42A5-ADFE-5FB7F87A8424}" srcOrd="1" destOrd="0" presId="urn:microsoft.com/office/officeart/2005/8/layout/orgChart1"/>
    <dgm:cxn modelId="{D52C321F-F409-4B1C-88D4-51A9C853D00C}" type="presParOf" srcId="{CF7B54C1-BF19-40ED-9B4F-469A7A75D4E1}" destId="{BA94822D-15B0-42BC-987C-B12383229207}" srcOrd="2" destOrd="0" presId="urn:microsoft.com/office/officeart/2005/8/layout/orgChart1"/>
    <dgm:cxn modelId="{CFC71A78-A404-44C8-812D-45CF0C6DA14F}" type="presParOf" srcId="{10ACC422-1FF3-4FF4-93BE-54A8E10C9DB8}" destId="{AB4C0007-814F-4B06-920F-6F002EC4455E}" srcOrd="2" destOrd="0" presId="urn:microsoft.com/office/officeart/2005/8/layout/orgChart1"/>
    <dgm:cxn modelId="{3CE56BED-D744-4249-A0B2-42B84A16992A}" type="presParOf" srcId="{10ACC422-1FF3-4FF4-93BE-54A8E10C9DB8}" destId="{5D0A4188-C37C-489D-BD4B-0E4DF22244B2}" srcOrd="3" destOrd="0" presId="urn:microsoft.com/office/officeart/2005/8/layout/orgChart1"/>
    <dgm:cxn modelId="{68D76D7C-1FCD-4809-9EA5-0155E5E40CBC}" type="presParOf" srcId="{5D0A4188-C37C-489D-BD4B-0E4DF22244B2}" destId="{51ECD274-07EC-4604-9A57-A51DCB4FEAB7}" srcOrd="0" destOrd="0" presId="urn:microsoft.com/office/officeart/2005/8/layout/orgChart1"/>
    <dgm:cxn modelId="{4024DDE0-3088-455A-86FE-A605D6C3B36F}" type="presParOf" srcId="{51ECD274-07EC-4604-9A57-A51DCB4FEAB7}" destId="{B38C6661-88D1-4344-AD46-FB8856BBF603}" srcOrd="0" destOrd="0" presId="urn:microsoft.com/office/officeart/2005/8/layout/orgChart1"/>
    <dgm:cxn modelId="{B1F41EB2-534F-4B0E-83F5-2F32BED8CB34}" type="presParOf" srcId="{51ECD274-07EC-4604-9A57-A51DCB4FEAB7}" destId="{DC642DC0-8272-4639-9C8F-F54F55E573ED}" srcOrd="1" destOrd="0" presId="urn:microsoft.com/office/officeart/2005/8/layout/orgChart1"/>
    <dgm:cxn modelId="{4927BBB9-F458-4281-95B3-1200DBB19DE0}" type="presParOf" srcId="{5D0A4188-C37C-489D-BD4B-0E4DF22244B2}" destId="{40E51259-B9BA-4A91-B6C5-99E926E717BB}" srcOrd="1" destOrd="0" presId="urn:microsoft.com/office/officeart/2005/8/layout/orgChart1"/>
    <dgm:cxn modelId="{2F7F093A-1BDD-4DFC-9911-AD3739941177}" type="presParOf" srcId="{5D0A4188-C37C-489D-BD4B-0E4DF22244B2}" destId="{A99B12E9-2534-436A-9CF9-98E2AF44E173}" srcOrd="2" destOrd="0" presId="urn:microsoft.com/office/officeart/2005/8/layout/orgChart1"/>
    <dgm:cxn modelId="{44505D72-9AC0-4049-8EF5-F6738293767E}" type="presParOf" srcId="{A28F446E-999D-40FD-8535-08CF8DBD6F51}" destId="{ADC68631-4579-4239-B1CF-4EC53919666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D97419-8017-4C79-895A-C478F9DB7522}" type="doc">
      <dgm:prSet loTypeId="urn:microsoft.com/office/officeart/2005/8/layout/chevron2" loCatId="process" qsTypeId="urn:microsoft.com/office/officeart/2005/8/quickstyle/simple3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2DAE54D9-7DEA-4C10-B7D7-899FEFD06AAB}">
      <dgm:prSet phldrT="[Text]" custT="1"/>
      <dgm:spPr>
        <a:xfrm rot="5400000">
          <a:off x="1034022" y="2169616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2</a:t>
          </a:r>
        </a:p>
      </dgm:t>
    </dgm:pt>
    <dgm:pt modelId="{E667C121-9040-47B0-9ECC-6DA7A0F5959B}" type="parTrans" cxnId="{E7E7A3D5-E48D-49AB-A28E-D475E2C96008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124079-6288-424F-BB42-5A076D045352}" type="sibTrans" cxnId="{E7E7A3D5-E48D-49AB-A28E-D475E2C96008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7705E4-E60B-496F-B6A7-E4E4AA939458}">
      <dgm:prSet phldrT="[Text]" custT="1"/>
      <dgm:spPr>
        <a:xfrm rot="5400000">
          <a:off x="4223446" y="-300169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Develop measures</a:t>
          </a:r>
        </a:p>
      </dgm:t>
    </dgm:pt>
    <dgm:pt modelId="{6A78D205-DBE0-41C8-A548-A69497E52E9D}" type="parTrans" cxnId="{CC11CF59-2921-4D4C-9EAC-3DFFE67F52B5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F54E8F-5849-4139-A3D0-A6D88B190FC4}" type="sibTrans" cxnId="{CC11CF59-2921-4D4C-9EAC-3DFFE67F52B5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D0EE9D-A0DA-40E8-B6EC-96B921C9A057}">
      <dgm:prSet custT="1"/>
      <dgm:spPr>
        <a:xfrm rot="5400000">
          <a:off x="1034022" y="1486017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1</a:t>
          </a:r>
        </a:p>
      </dgm:t>
    </dgm:pt>
    <dgm:pt modelId="{070A9F7E-8857-45F5-A5BF-5C55EABF5FB8}" type="parTrans" cxnId="{DF2A3A9E-E994-45CF-85CB-5C1B69EC85A4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BBBBD0-3693-48B5-9CD5-7066CE0A074F}" type="sibTrans" cxnId="{DF2A3A9E-E994-45CF-85CB-5C1B69EC85A4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CFD342-CC4F-4EE1-BAF5-FD3F48B9BE68}">
      <dgm:prSet custT="1"/>
      <dgm:spPr>
        <a:xfrm rot="5400000">
          <a:off x="4223446" y="-983768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b="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Establish analysis design</a:t>
          </a:r>
        </a:p>
      </dgm:t>
    </dgm:pt>
    <dgm:pt modelId="{BA684C3F-6BF8-4E40-B1ED-59AB26AF5150}" type="parTrans" cxnId="{66AF6109-CA07-48C4-9555-B5CD53A9E2BB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686A05-A7B4-45AA-84A2-A47A6496E305}" type="sibTrans" cxnId="{66AF6109-CA07-48C4-9555-B5CD53A9E2BB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6D6E29-8B59-498C-A1EE-4118AC54D97A}">
      <dgm:prSet custT="1"/>
      <dgm:spPr>
        <a:xfrm rot="5400000">
          <a:off x="1034022" y="2853215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3</a:t>
          </a:r>
        </a:p>
      </dgm:t>
    </dgm:pt>
    <dgm:pt modelId="{188120A3-7A89-4957-9AE9-6B059B352078}" type="parTrans" cxnId="{D9E8E091-2A82-4D16-B621-B3D574EE6CB1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93EA58-E49D-4955-8FAC-4E8FAE5D60DB}" type="sibTrans" cxnId="{D9E8E091-2A82-4D16-B621-B3D574EE6CB1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F55661-E719-4194-8AE6-FFE5DD5DB2E4}">
      <dgm:prSet custT="1"/>
      <dgm:spPr>
        <a:xfrm rot="5400000">
          <a:off x="1034022" y="3536814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4</a:t>
          </a:r>
        </a:p>
      </dgm:t>
    </dgm:pt>
    <dgm:pt modelId="{69DD6761-FCAB-4E3F-B6F4-B9C4B8F41F00}" type="parTrans" cxnId="{6DE42A23-D6E5-467D-BE7E-F83398E7161A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C31A84-4D41-4C2D-A629-21445F48AF91}" type="sibTrans" cxnId="{6DE42A23-D6E5-467D-BE7E-F83398E7161A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96DC0A-4E5E-4CB5-9228-5378980A4048}">
      <dgm:prSet custT="1"/>
      <dgm:spPr>
        <a:xfrm rot="5400000">
          <a:off x="4223446" y="383429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Collect data</a:t>
          </a:r>
        </a:p>
      </dgm:t>
    </dgm:pt>
    <dgm:pt modelId="{31310959-9C7B-4181-AA9C-B733A50BFFA8}" type="parTrans" cxnId="{69F3BC47-A04F-4069-93D0-30FB3213A5AD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5BEAB5-BB88-4A69-B414-54CA9A921717}" type="sibTrans" cxnId="{69F3BC47-A04F-4069-93D0-30FB3213A5AD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94C8-4237-4B16-8ED3-28F889CC967B}">
      <dgm:prSet custT="1"/>
      <dgm:spPr>
        <a:xfrm rot="5400000">
          <a:off x="4223446" y="1067028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 err="1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Analyze</a:t>
          </a:r>
          <a:r>
            <a:rPr lang="en-GB" sz="20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 data</a:t>
          </a:r>
        </a:p>
      </dgm:t>
    </dgm:pt>
    <dgm:pt modelId="{7BA070C0-F776-4B0B-942A-5AD784FC261A}" type="parTrans" cxnId="{3E13EDB9-AF91-41C9-BF98-EBB4A0DE0407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F700E5-4BEA-4F19-99CA-970989D7A117}" type="sibTrans" cxnId="{3E13EDB9-AF91-41C9-BF98-EBB4A0DE0407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B16F5D-4B1E-4644-8C3A-ED1C8C04C8F3}">
      <dgm:prSet custT="1"/>
      <dgm:spPr>
        <a:xfrm rot="5400000">
          <a:off x="1034022" y="4220414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5</a:t>
          </a:r>
        </a:p>
      </dgm:t>
    </dgm:pt>
    <dgm:pt modelId="{7F74A6B2-BABB-40CB-BF12-465FDC1DD310}" type="sibTrans" cxnId="{9C0D645E-F4E3-4371-9CBC-E218AB866C7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BBA03B-7379-42C4-AD81-2F47A1AC2E1C}" type="parTrans" cxnId="{9C0D645E-F4E3-4371-9CBC-E218AB866C7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F64902-E97A-4F15-B54D-0C90FC1EE835}">
      <dgm:prSet custT="1"/>
      <dgm:spPr>
        <a:xfrm rot="5400000">
          <a:off x="4223446" y="1750628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Write</a:t>
          </a:r>
        </a:p>
      </dgm:t>
    </dgm:pt>
    <dgm:pt modelId="{38951CB5-F120-4EB6-9851-879BE370B7A2}" type="sibTrans" cxnId="{95B1028F-91F8-4B2C-8FEF-FB26E08A05A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D6A9DE-20BB-4A23-90DB-E12028166B0F}" type="parTrans" cxnId="{95B1028F-91F8-4B2C-8FEF-FB26E08A05A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E1CE76-1880-4623-BA43-84073A605ABA}" type="pres">
      <dgm:prSet presAssocID="{D5D97419-8017-4C79-895A-C478F9DB7522}" presName="linearFlow" presStyleCnt="0">
        <dgm:presLayoutVars>
          <dgm:dir/>
          <dgm:animLvl val="lvl"/>
          <dgm:resizeHandles val="exact"/>
        </dgm:presLayoutVars>
      </dgm:prSet>
      <dgm:spPr/>
    </dgm:pt>
    <dgm:pt modelId="{2CFDC147-84CA-4162-9A8B-B11E6C0EFA51}" type="pres">
      <dgm:prSet presAssocID="{AFD0EE9D-A0DA-40E8-B6EC-96B921C9A057}" presName="composite" presStyleCnt="0"/>
      <dgm:spPr/>
    </dgm:pt>
    <dgm:pt modelId="{903DDDDC-14EF-4C08-A896-3BCE7EC52B5E}" type="pres">
      <dgm:prSet presAssocID="{AFD0EE9D-A0DA-40E8-B6EC-96B921C9A057}" presName="parentText" presStyleLbl="alignNode1" presStyleIdx="0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D869C47D-00C7-4A29-A6FB-8A82C1E1F1FF}" type="pres">
      <dgm:prSet presAssocID="{AFD0EE9D-A0DA-40E8-B6EC-96B921C9A057}" presName="descendantText" presStyleLbl="alignAcc1" presStyleIdx="0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00C71A3D-4D79-4C26-9970-8028E1AB1FDF}" type="pres">
      <dgm:prSet presAssocID="{ABBBBBD0-3693-48B5-9CD5-7066CE0A074F}" presName="sp" presStyleCnt="0"/>
      <dgm:spPr/>
    </dgm:pt>
    <dgm:pt modelId="{F44FEE5F-56A3-4745-9837-54C8CBE93E26}" type="pres">
      <dgm:prSet presAssocID="{2DAE54D9-7DEA-4C10-B7D7-899FEFD06AAB}" presName="composite" presStyleCnt="0"/>
      <dgm:spPr/>
    </dgm:pt>
    <dgm:pt modelId="{49ABFC06-8CAA-4390-BA28-BD0FB21852E4}" type="pres">
      <dgm:prSet presAssocID="{2DAE54D9-7DEA-4C10-B7D7-899FEFD06AAB}" presName="parentText" presStyleLbl="alignNode1" presStyleIdx="1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155F36B5-43C0-416C-93F8-356C83CB1B9C}" type="pres">
      <dgm:prSet presAssocID="{2DAE54D9-7DEA-4C10-B7D7-899FEFD06AAB}" presName="descendantText" presStyleLbl="alignAcc1" presStyleIdx="1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933EA5C8-D52A-41A5-955F-0645F78C4ADB}" type="pres">
      <dgm:prSet presAssocID="{72124079-6288-424F-BB42-5A076D045352}" presName="sp" presStyleCnt="0"/>
      <dgm:spPr/>
    </dgm:pt>
    <dgm:pt modelId="{08595E6C-8348-49BE-B2E3-2561403215D2}" type="pres">
      <dgm:prSet presAssocID="{8F6D6E29-8B59-498C-A1EE-4118AC54D97A}" presName="composite" presStyleCnt="0"/>
      <dgm:spPr/>
    </dgm:pt>
    <dgm:pt modelId="{46E21CA5-C8E2-402A-AC4F-46CC56CA4630}" type="pres">
      <dgm:prSet presAssocID="{8F6D6E29-8B59-498C-A1EE-4118AC54D97A}" presName="parentText" presStyleLbl="alignNode1" presStyleIdx="2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9AF8CD92-BD2A-4F87-8F7E-C2D7B6EB1D86}" type="pres">
      <dgm:prSet presAssocID="{8F6D6E29-8B59-498C-A1EE-4118AC54D97A}" presName="descendantText" presStyleLbl="alignAcc1" presStyleIdx="2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8B19D601-4008-4D8F-A2A3-9A6795176097}" type="pres">
      <dgm:prSet presAssocID="{3E93EA58-E49D-4955-8FAC-4E8FAE5D60DB}" presName="sp" presStyleCnt="0"/>
      <dgm:spPr/>
    </dgm:pt>
    <dgm:pt modelId="{B4D4848A-0B99-439F-990E-A6035E7C9522}" type="pres">
      <dgm:prSet presAssocID="{3CF55661-E719-4194-8AE6-FFE5DD5DB2E4}" presName="composite" presStyleCnt="0"/>
      <dgm:spPr/>
    </dgm:pt>
    <dgm:pt modelId="{5ADBF579-05DE-4622-95EC-26745D4DD303}" type="pres">
      <dgm:prSet presAssocID="{3CF55661-E719-4194-8AE6-FFE5DD5DB2E4}" presName="parentText" presStyleLbl="alignNode1" presStyleIdx="3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BAE97EE3-719A-4B07-8C6E-850E43355025}" type="pres">
      <dgm:prSet presAssocID="{3CF55661-E719-4194-8AE6-FFE5DD5DB2E4}" presName="descendantText" presStyleLbl="alignAcc1" presStyleIdx="3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065DE43F-5826-4786-94E3-14F1302918F3}" type="pres">
      <dgm:prSet presAssocID="{C6C31A84-4D41-4C2D-A629-21445F48AF91}" presName="sp" presStyleCnt="0"/>
      <dgm:spPr/>
    </dgm:pt>
    <dgm:pt modelId="{E883D845-BBA1-448D-A6B0-59CE4F784485}" type="pres">
      <dgm:prSet presAssocID="{83B16F5D-4B1E-4644-8C3A-ED1C8C04C8F3}" presName="composite" presStyleCnt="0"/>
      <dgm:spPr/>
    </dgm:pt>
    <dgm:pt modelId="{43AA569B-AB76-4D72-B1C0-724DA530A17B}" type="pres">
      <dgm:prSet presAssocID="{83B16F5D-4B1E-4644-8C3A-ED1C8C04C8F3}" presName="parentText" presStyleLbl="alignNode1" presStyleIdx="4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6B3ED616-FB59-4989-B81A-43A3374C04DA}" type="pres">
      <dgm:prSet presAssocID="{83B16F5D-4B1E-4644-8C3A-ED1C8C04C8F3}" presName="descendantText" presStyleLbl="alignAcc1" presStyleIdx="4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</dgm:ptLst>
  <dgm:cxnLst>
    <dgm:cxn modelId="{44C0E302-3B36-894F-82FB-6A9556061039}" type="presOf" srcId="{86FA94C8-4237-4B16-8ED3-28F889CC967B}" destId="{BAE97EE3-719A-4B07-8C6E-850E43355025}" srcOrd="0" destOrd="0" presId="urn:microsoft.com/office/officeart/2005/8/layout/chevron2"/>
    <dgm:cxn modelId="{66AF6109-CA07-48C4-9555-B5CD53A9E2BB}" srcId="{AFD0EE9D-A0DA-40E8-B6EC-96B921C9A057}" destId="{3CCFD342-CC4F-4EE1-BAF5-FD3F48B9BE68}" srcOrd="0" destOrd="0" parTransId="{BA684C3F-6BF8-4E40-B1ED-59AB26AF5150}" sibTransId="{24686A05-A7B4-45AA-84A2-A47A6496E305}"/>
    <dgm:cxn modelId="{6DE42A23-D6E5-467D-BE7E-F83398E7161A}" srcId="{D5D97419-8017-4C79-895A-C478F9DB7522}" destId="{3CF55661-E719-4194-8AE6-FFE5DD5DB2E4}" srcOrd="3" destOrd="0" parTransId="{69DD6761-FCAB-4E3F-B6F4-B9C4B8F41F00}" sibTransId="{C6C31A84-4D41-4C2D-A629-21445F48AF91}"/>
    <dgm:cxn modelId="{69F3BC47-A04F-4069-93D0-30FB3213A5AD}" srcId="{8F6D6E29-8B59-498C-A1EE-4118AC54D97A}" destId="{4496DC0A-4E5E-4CB5-9228-5378980A4048}" srcOrd="0" destOrd="0" parTransId="{31310959-9C7B-4181-AA9C-B733A50BFFA8}" sibTransId="{EA5BEAB5-BB88-4A69-B414-54CA9A921717}"/>
    <dgm:cxn modelId="{AD3EBC4F-1A2B-564A-82A8-2ECE9DE8A939}" type="presOf" srcId="{B1F64902-E97A-4F15-B54D-0C90FC1EE835}" destId="{6B3ED616-FB59-4989-B81A-43A3374C04DA}" srcOrd="0" destOrd="0" presId="urn:microsoft.com/office/officeart/2005/8/layout/chevron2"/>
    <dgm:cxn modelId="{2DA49650-6E7E-AC44-907E-16C0C22F1A97}" type="presOf" srcId="{83B16F5D-4B1E-4644-8C3A-ED1C8C04C8F3}" destId="{43AA569B-AB76-4D72-B1C0-724DA530A17B}" srcOrd="0" destOrd="0" presId="urn:microsoft.com/office/officeart/2005/8/layout/chevron2"/>
    <dgm:cxn modelId="{CC11CF59-2921-4D4C-9EAC-3DFFE67F52B5}" srcId="{2DAE54D9-7DEA-4C10-B7D7-899FEFD06AAB}" destId="{417705E4-E60B-496F-B6A7-E4E4AA939458}" srcOrd="0" destOrd="0" parTransId="{6A78D205-DBE0-41C8-A548-A69497E52E9D}" sibTransId="{E4F54E8F-5849-4139-A3D0-A6D88B190FC4}"/>
    <dgm:cxn modelId="{6F5F565C-AB1B-8546-9FD5-65218486F784}" type="presOf" srcId="{417705E4-E60B-496F-B6A7-E4E4AA939458}" destId="{155F36B5-43C0-416C-93F8-356C83CB1B9C}" srcOrd="0" destOrd="0" presId="urn:microsoft.com/office/officeart/2005/8/layout/chevron2"/>
    <dgm:cxn modelId="{9C0D645E-F4E3-4371-9CBC-E218AB866C73}" srcId="{D5D97419-8017-4C79-895A-C478F9DB7522}" destId="{83B16F5D-4B1E-4644-8C3A-ED1C8C04C8F3}" srcOrd="4" destOrd="0" parTransId="{10BBA03B-7379-42C4-AD81-2F47A1AC2E1C}" sibTransId="{7F74A6B2-BABB-40CB-BF12-465FDC1DD310}"/>
    <dgm:cxn modelId="{92269F73-A3FA-A348-8E61-0E5B264B6FE2}" type="presOf" srcId="{2DAE54D9-7DEA-4C10-B7D7-899FEFD06AAB}" destId="{49ABFC06-8CAA-4390-BA28-BD0FB21852E4}" srcOrd="0" destOrd="0" presId="urn:microsoft.com/office/officeart/2005/8/layout/chevron2"/>
    <dgm:cxn modelId="{A009C98E-62EA-964F-A2FA-20EA0F72D18D}" type="presOf" srcId="{3CF55661-E719-4194-8AE6-FFE5DD5DB2E4}" destId="{5ADBF579-05DE-4622-95EC-26745D4DD303}" srcOrd="0" destOrd="0" presId="urn:microsoft.com/office/officeart/2005/8/layout/chevron2"/>
    <dgm:cxn modelId="{95B1028F-91F8-4B2C-8FEF-FB26E08A05A3}" srcId="{83B16F5D-4B1E-4644-8C3A-ED1C8C04C8F3}" destId="{B1F64902-E97A-4F15-B54D-0C90FC1EE835}" srcOrd="0" destOrd="0" parTransId="{D0D6A9DE-20BB-4A23-90DB-E12028166B0F}" sibTransId="{38951CB5-F120-4EB6-9851-879BE370B7A2}"/>
    <dgm:cxn modelId="{D9E8E091-2A82-4D16-B621-B3D574EE6CB1}" srcId="{D5D97419-8017-4C79-895A-C478F9DB7522}" destId="{8F6D6E29-8B59-498C-A1EE-4118AC54D97A}" srcOrd="2" destOrd="0" parTransId="{188120A3-7A89-4957-9AE9-6B059B352078}" sibTransId="{3E93EA58-E49D-4955-8FAC-4E8FAE5D60DB}"/>
    <dgm:cxn modelId="{DF2A3A9E-E994-45CF-85CB-5C1B69EC85A4}" srcId="{D5D97419-8017-4C79-895A-C478F9DB7522}" destId="{AFD0EE9D-A0DA-40E8-B6EC-96B921C9A057}" srcOrd="0" destOrd="0" parTransId="{070A9F7E-8857-45F5-A5BF-5C55EABF5FB8}" sibTransId="{ABBBBBD0-3693-48B5-9CD5-7066CE0A074F}"/>
    <dgm:cxn modelId="{CC27CB9F-6FA1-6C4E-BA47-049F3024B9F5}" type="presOf" srcId="{3CCFD342-CC4F-4EE1-BAF5-FD3F48B9BE68}" destId="{D869C47D-00C7-4A29-A6FB-8A82C1E1F1FF}" srcOrd="0" destOrd="0" presId="urn:microsoft.com/office/officeart/2005/8/layout/chevron2"/>
    <dgm:cxn modelId="{A22B41B5-338C-DD4A-9CED-B0CB5060F333}" type="presOf" srcId="{AFD0EE9D-A0DA-40E8-B6EC-96B921C9A057}" destId="{903DDDDC-14EF-4C08-A896-3BCE7EC52B5E}" srcOrd="0" destOrd="0" presId="urn:microsoft.com/office/officeart/2005/8/layout/chevron2"/>
    <dgm:cxn modelId="{3E13EDB9-AF91-41C9-BF98-EBB4A0DE0407}" srcId="{3CF55661-E719-4194-8AE6-FFE5DD5DB2E4}" destId="{86FA94C8-4237-4B16-8ED3-28F889CC967B}" srcOrd="0" destOrd="0" parTransId="{7BA070C0-F776-4B0B-942A-5AD784FC261A}" sibTransId="{3DF700E5-4BEA-4F19-99CA-970989D7A117}"/>
    <dgm:cxn modelId="{C429A6CC-1C65-384E-AB76-3D26D2F47B2F}" type="presOf" srcId="{8F6D6E29-8B59-498C-A1EE-4118AC54D97A}" destId="{46E21CA5-C8E2-402A-AC4F-46CC56CA4630}" srcOrd="0" destOrd="0" presId="urn:microsoft.com/office/officeart/2005/8/layout/chevron2"/>
    <dgm:cxn modelId="{E7E7A3D5-E48D-49AB-A28E-D475E2C96008}" srcId="{D5D97419-8017-4C79-895A-C478F9DB7522}" destId="{2DAE54D9-7DEA-4C10-B7D7-899FEFD06AAB}" srcOrd="1" destOrd="0" parTransId="{E667C121-9040-47B0-9ECC-6DA7A0F5959B}" sibTransId="{72124079-6288-424F-BB42-5A076D045352}"/>
    <dgm:cxn modelId="{64521BE4-B410-324E-8B2F-A25DD8D6C15C}" type="presOf" srcId="{4496DC0A-4E5E-4CB5-9228-5378980A4048}" destId="{9AF8CD92-BD2A-4F87-8F7E-C2D7B6EB1D86}" srcOrd="0" destOrd="0" presId="urn:microsoft.com/office/officeart/2005/8/layout/chevron2"/>
    <dgm:cxn modelId="{7DE9F1E6-743C-F442-B19A-DB952EF3DE1C}" type="presOf" srcId="{D5D97419-8017-4C79-895A-C478F9DB7522}" destId="{0CE1CE76-1880-4623-BA43-84073A605ABA}" srcOrd="0" destOrd="0" presId="urn:microsoft.com/office/officeart/2005/8/layout/chevron2"/>
    <dgm:cxn modelId="{82959724-1FDC-AF4D-A157-2F2E631A2D4F}" type="presParOf" srcId="{0CE1CE76-1880-4623-BA43-84073A605ABA}" destId="{2CFDC147-84CA-4162-9A8B-B11E6C0EFA51}" srcOrd="0" destOrd="0" presId="urn:microsoft.com/office/officeart/2005/8/layout/chevron2"/>
    <dgm:cxn modelId="{E66A6224-8CB7-4643-93C6-CD4842F797C9}" type="presParOf" srcId="{2CFDC147-84CA-4162-9A8B-B11E6C0EFA51}" destId="{903DDDDC-14EF-4C08-A896-3BCE7EC52B5E}" srcOrd="0" destOrd="0" presId="urn:microsoft.com/office/officeart/2005/8/layout/chevron2"/>
    <dgm:cxn modelId="{23A13856-15E3-8B40-AE26-FEE877191895}" type="presParOf" srcId="{2CFDC147-84CA-4162-9A8B-B11E6C0EFA51}" destId="{D869C47D-00C7-4A29-A6FB-8A82C1E1F1FF}" srcOrd="1" destOrd="0" presId="urn:microsoft.com/office/officeart/2005/8/layout/chevron2"/>
    <dgm:cxn modelId="{CF8DF5E7-BF8B-ED4B-8D7D-BF54A2C050CF}" type="presParOf" srcId="{0CE1CE76-1880-4623-BA43-84073A605ABA}" destId="{00C71A3D-4D79-4C26-9970-8028E1AB1FDF}" srcOrd="1" destOrd="0" presId="urn:microsoft.com/office/officeart/2005/8/layout/chevron2"/>
    <dgm:cxn modelId="{C975272A-9444-4044-A5AE-9D8A72428DE8}" type="presParOf" srcId="{0CE1CE76-1880-4623-BA43-84073A605ABA}" destId="{F44FEE5F-56A3-4745-9837-54C8CBE93E26}" srcOrd="2" destOrd="0" presId="urn:microsoft.com/office/officeart/2005/8/layout/chevron2"/>
    <dgm:cxn modelId="{891B934E-1991-C24A-98B9-31070360E14D}" type="presParOf" srcId="{F44FEE5F-56A3-4745-9837-54C8CBE93E26}" destId="{49ABFC06-8CAA-4390-BA28-BD0FB21852E4}" srcOrd="0" destOrd="0" presId="urn:microsoft.com/office/officeart/2005/8/layout/chevron2"/>
    <dgm:cxn modelId="{C962260F-2819-874C-875C-C646B8E24939}" type="presParOf" srcId="{F44FEE5F-56A3-4745-9837-54C8CBE93E26}" destId="{155F36B5-43C0-416C-93F8-356C83CB1B9C}" srcOrd="1" destOrd="0" presId="urn:microsoft.com/office/officeart/2005/8/layout/chevron2"/>
    <dgm:cxn modelId="{F1429B49-FD6A-E04C-9F73-E8B3E1070C80}" type="presParOf" srcId="{0CE1CE76-1880-4623-BA43-84073A605ABA}" destId="{933EA5C8-D52A-41A5-955F-0645F78C4ADB}" srcOrd="3" destOrd="0" presId="urn:microsoft.com/office/officeart/2005/8/layout/chevron2"/>
    <dgm:cxn modelId="{482B30CB-F1B1-054C-933F-3D6CD7EB941D}" type="presParOf" srcId="{0CE1CE76-1880-4623-BA43-84073A605ABA}" destId="{08595E6C-8348-49BE-B2E3-2561403215D2}" srcOrd="4" destOrd="0" presId="urn:microsoft.com/office/officeart/2005/8/layout/chevron2"/>
    <dgm:cxn modelId="{37850617-9C76-9F40-A0AD-029911D212A4}" type="presParOf" srcId="{08595E6C-8348-49BE-B2E3-2561403215D2}" destId="{46E21CA5-C8E2-402A-AC4F-46CC56CA4630}" srcOrd="0" destOrd="0" presId="urn:microsoft.com/office/officeart/2005/8/layout/chevron2"/>
    <dgm:cxn modelId="{776F0C9C-982F-5F48-9A9E-4CD1B597DC68}" type="presParOf" srcId="{08595E6C-8348-49BE-B2E3-2561403215D2}" destId="{9AF8CD92-BD2A-4F87-8F7E-C2D7B6EB1D86}" srcOrd="1" destOrd="0" presId="urn:microsoft.com/office/officeart/2005/8/layout/chevron2"/>
    <dgm:cxn modelId="{549AA657-0743-0C4F-A3EF-9C0DD6D24B8B}" type="presParOf" srcId="{0CE1CE76-1880-4623-BA43-84073A605ABA}" destId="{8B19D601-4008-4D8F-A2A3-9A6795176097}" srcOrd="5" destOrd="0" presId="urn:microsoft.com/office/officeart/2005/8/layout/chevron2"/>
    <dgm:cxn modelId="{3C9FD8DA-A223-3449-8FF5-AC1FE4CB8668}" type="presParOf" srcId="{0CE1CE76-1880-4623-BA43-84073A605ABA}" destId="{B4D4848A-0B99-439F-990E-A6035E7C9522}" srcOrd="6" destOrd="0" presId="urn:microsoft.com/office/officeart/2005/8/layout/chevron2"/>
    <dgm:cxn modelId="{B57DF933-60C2-5B4E-82BE-185F45FF4A4A}" type="presParOf" srcId="{B4D4848A-0B99-439F-990E-A6035E7C9522}" destId="{5ADBF579-05DE-4622-95EC-26745D4DD303}" srcOrd="0" destOrd="0" presId="urn:microsoft.com/office/officeart/2005/8/layout/chevron2"/>
    <dgm:cxn modelId="{D4A25822-8319-D149-B14B-E0CA1F6D7B46}" type="presParOf" srcId="{B4D4848A-0B99-439F-990E-A6035E7C9522}" destId="{BAE97EE3-719A-4B07-8C6E-850E43355025}" srcOrd="1" destOrd="0" presId="urn:microsoft.com/office/officeart/2005/8/layout/chevron2"/>
    <dgm:cxn modelId="{B2F7E0A5-6388-1A4D-9424-A31367D89D18}" type="presParOf" srcId="{0CE1CE76-1880-4623-BA43-84073A605ABA}" destId="{065DE43F-5826-4786-94E3-14F1302918F3}" srcOrd="7" destOrd="0" presId="urn:microsoft.com/office/officeart/2005/8/layout/chevron2"/>
    <dgm:cxn modelId="{7FFCD60D-6FD8-8745-A01F-28954951DE6A}" type="presParOf" srcId="{0CE1CE76-1880-4623-BA43-84073A605ABA}" destId="{E883D845-BBA1-448D-A6B0-59CE4F784485}" srcOrd="8" destOrd="0" presId="urn:microsoft.com/office/officeart/2005/8/layout/chevron2"/>
    <dgm:cxn modelId="{2DF1D76B-93C8-3941-8986-536124044F8E}" type="presParOf" srcId="{E883D845-BBA1-448D-A6B0-59CE4F784485}" destId="{43AA569B-AB76-4D72-B1C0-724DA530A17B}" srcOrd="0" destOrd="0" presId="urn:microsoft.com/office/officeart/2005/8/layout/chevron2"/>
    <dgm:cxn modelId="{E3FE3F9F-F14A-4D43-AD3E-75340C103023}" type="presParOf" srcId="{E883D845-BBA1-448D-A6B0-59CE4F784485}" destId="{6B3ED616-FB59-4989-B81A-43A3374C04D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D97419-8017-4C79-895A-C478F9DB7522}" type="doc">
      <dgm:prSet loTypeId="urn:microsoft.com/office/officeart/2005/8/layout/chevron2" loCatId="process" qsTypeId="urn:microsoft.com/office/officeart/2005/8/quickstyle/simple3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2DAE54D9-7DEA-4C10-B7D7-899FEFD06AAB}">
      <dgm:prSet phldrT="[Text]" custT="1"/>
      <dgm:spPr>
        <a:xfrm rot="5400000">
          <a:off x="1034022" y="2169616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2</a:t>
          </a:r>
        </a:p>
      </dgm:t>
    </dgm:pt>
    <dgm:pt modelId="{E667C121-9040-47B0-9ECC-6DA7A0F5959B}" type="parTrans" cxnId="{E7E7A3D5-E48D-49AB-A28E-D475E2C96008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124079-6288-424F-BB42-5A076D045352}" type="sibTrans" cxnId="{E7E7A3D5-E48D-49AB-A28E-D475E2C96008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7705E4-E60B-496F-B6A7-E4E4AA939458}">
      <dgm:prSet phldrT="[Text]" custT="1"/>
      <dgm:spPr>
        <a:xfrm rot="5400000">
          <a:off x="4223446" y="-300169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rgbClr val="4967AA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Develop measures</a:t>
          </a:r>
        </a:p>
      </dgm:t>
    </dgm:pt>
    <dgm:pt modelId="{6A78D205-DBE0-41C8-A548-A69497E52E9D}" type="parTrans" cxnId="{CC11CF59-2921-4D4C-9EAC-3DFFE67F52B5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F54E8F-5849-4139-A3D0-A6D88B190FC4}" type="sibTrans" cxnId="{CC11CF59-2921-4D4C-9EAC-3DFFE67F52B5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D0EE9D-A0DA-40E8-B6EC-96B921C9A057}">
      <dgm:prSet custT="1"/>
      <dgm:spPr>
        <a:xfrm rot="5400000">
          <a:off x="1034022" y="1486017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1</a:t>
          </a:r>
        </a:p>
      </dgm:t>
    </dgm:pt>
    <dgm:pt modelId="{070A9F7E-8857-45F5-A5BF-5C55EABF5FB8}" type="parTrans" cxnId="{DF2A3A9E-E994-45CF-85CB-5C1B69EC85A4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BBBBD0-3693-48B5-9CD5-7066CE0A074F}" type="sibTrans" cxnId="{DF2A3A9E-E994-45CF-85CB-5C1B69EC85A4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CFD342-CC4F-4EE1-BAF5-FD3F48B9BE68}">
      <dgm:prSet custT="1"/>
      <dgm:spPr>
        <a:xfrm rot="5400000">
          <a:off x="4223446" y="-983768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b="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Establish analysis design</a:t>
          </a:r>
        </a:p>
      </dgm:t>
    </dgm:pt>
    <dgm:pt modelId="{BA684C3F-6BF8-4E40-B1ED-59AB26AF5150}" type="parTrans" cxnId="{66AF6109-CA07-48C4-9555-B5CD53A9E2BB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686A05-A7B4-45AA-84A2-A47A6496E305}" type="sibTrans" cxnId="{66AF6109-CA07-48C4-9555-B5CD53A9E2BB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6D6E29-8B59-498C-A1EE-4118AC54D97A}">
      <dgm:prSet custT="1"/>
      <dgm:spPr>
        <a:xfrm rot="5400000">
          <a:off x="1034022" y="2853215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3</a:t>
          </a:r>
        </a:p>
      </dgm:t>
    </dgm:pt>
    <dgm:pt modelId="{188120A3-7A89-4957-9AE9-6B059B352078}" type="parTrans" cxnId="{D9E8E091-2A82-4D16-B621-B3D574EE6CB1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93EA58-E49D-4955-8FAC-4E8FAE5D60DB}" type="sibTrans" cxnId="{D9E8E091-2A82-4D16-B621-B3D574EE6CB1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F55661-E719-4194-8AE6-FFE5DD5DB2E4}">
      <dgm:prSet custT="1"/>
      <dgm:spPr>
        <a:xfrm rot="5400000">
          <a:off x="1034022" y="3536814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4</a:t>
          </a:r>
        </a:p>
      </dgm:t>
    </dgm:pt>
    <dgm:pt modelId="{69DD6761-FCAB-4E3F-B6F4-B9C4B8F41F00}" type="parTrans" cxnId="{6DE42A23-D6E5-467D-BE7E-F83398E7161A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C31A84-4D41-4C2D-A629-21445F48AF91}" type="sibTrans" cxnId="{6DE42A23-D6E5-467D-BE7E-F83398E7161A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96DC0A-4E5E-4CB5-9228-5378980A4048}">
      <dgm:prSet custT="1"/>
      <dgm:spPr>
        <a:xfrm rot="5400000">
          <a:off x="4223446" y="383429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Collect data</a:t>
          </a:r>
        </a:p>
      </dgm:t>
    </dgm:pt>
    <dgm:pt modelId="{31310959-9C7B-4181-AA9C-B733A50BFFA8}" type="parTrans" cxnId="{69F3BC47-A04F-4069-93D0-30FB3213A5AD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5BEAB5-BB88-4A69-B414-54CA9A921717}" type="sibTrans" cxnId="{69F3BC47-A04F-4069-93D0-30FB3213A5AD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94C8-4237-4B16-8ED3-28F889CC967B}">
      <dgm:prSet custT="1"/>
      <dgm:spPr>
        <a:xfrm rot="5400000">
          <a:off x="4223446" y="1067028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 err="1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Analyze</a:t>
          </a:r>
          <a:r>
            <a:rPr lang="en-GB" sz="20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 data</a:t>
          </a:r>
        </a:p>
      </dgm:t>
    </dgm:pt>
    <dgm:pt modelId="{7BA070C0-F776-4B0B-942A-5AD784FC261A}" type="parTrans" cxnId="{3E13EDB9-AF91-41C9-BF98-EBB4A0DE0407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F700E5-4BEA-4F19-99CA-970989D7A117}" type="sibTrans" cxnId="{3E13EDB9-AF91-41C9-BF98-EBB4A0DE0407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B16F5D-4B1E-4644-8C3A-ED1C8C04C8F3}">
      <dgm:prSet custT="1"/>
      <dgm:spPr>
        <a:xfrm rot="5400000">
          <a:off x="1034022" y="4220414"/>
          <a:ext cx="767953" cy="537567"/>
        </a:xfr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gm:spPr>
      <dgm:t>
        <a:bodyPr/>
        <a:lstStyle/>
        <a:p>
          <a:r>
            <a:rPr lang="en-GB" sz="1050" b="1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5</a:t>
          </a:r>
        </a:p>
      </dgm:t>
    </dgm:pt>
    <dgm:pt modelId="{7F74A6B2-BABB-40CB-BF12-465FDC1DD310}" type="sibTrans" cxnId="{9C0D645E-F4E3-4371-9CBC-E218AB866C7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BBA03B-7379-42C4-AD81-2F47A1AC2E1C}" type="parTrans" cxnId="{9C0D645E-F4E3-4371-9CBC-E218AB866C7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1F64902-E97A-4F15-B54D-0C90FC1EE835}">
      <dgm:prSet custT="1"/>
      <dgm:spPr>
        <a:xfrm rot="5400000">
          <a:off x="4223446" y="1750628"/>
          <a:ext cx="499169" cy="5208355"/>
        </a:xfr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gm:spPr>
      <dgm:t>
        <a:bodyPr/>
        <a:lstStyle/>
        <a:p>
          <a:r>
            <a:rPr lang="en-GB" sz="20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Write</a:t>
          </a:r>
        </a:p>
      </dgm:t>
    </dgm:pt>
    <dgm:pt modelId="{38951CB5-F120-4EB6-9851-879BE370B7A2}" type="sibTrans" cxnId="{95B1028F-91F8-4B2C-8FEF-FB26E08A05A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D6A9DE-20BB-4A23-90DB-E12028166B0F}" type="parTrans" cxnId="{95B1028F-91F8-4B2C-8FEF-FB26E08A05A3}">
      <dgm:prSet/>
      <dgm:spPr/>
      <dgm:t>
        <a:bodyPr/>
        <a:lstStyle/>
        <a:p>
          <a:endParaRPr lang="en-GB" sz="1400">
            <a:solidFill>
              <a:schemeClr val="accent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E1CE76-1880-4623-BA43-84073A605ABA}" type="pres">
      <dgm:prSet presAssocID="{D5D97419-8017-4C79-895A-C478F9DB7522}" presName="linearFlow" presStyleCnt="0">
        <dgm:presLayoutVars>
          <dgm:dir/>
          <dgm:animLvl val="lvl"/>
          <dgm:resizeHandles val="exact"/>
        </dgm:presLayoutVars>
      </dgm:prSet>
      <dgm:spPr/>
    </dgm:pt>
    <dgm:pt modelId="{2CFDC147-84CA-4162-9A8B-B11E6C0EFA51}" type="pres">
      <dgm:prSet presAssocID="{AFD0EE9D-A0DA-40E8-B6EC-96B921C9A057}" presName="composite" presStyleCnt="0"/>
      <dgm:spPr/>
    </dgm:pt>
    <dgm:pt modelId="{903DDDDC-14EF-4C08-A896-3BCE7EC52B5E}" type="pres">
      <dgm:prSet presAssocID="{AFD0EE9D-A0DA-40E8-B6EC-96B921C9A057}" presName="parentText" presStyleLbl="alignNode1" presStyleIdx="0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D869C47D-00C7-4A29-A6FB-8A82C1E1F1FF}" type="pres">
      <dgm:prSet presAssocID="{AFD0EE9D-A0DA-40E8-B6EC-96B921C9A057}" presName="descendantText" presStyleLbl="alignAcc1" presStyleIdx="0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00C71A3D-4D79-4C26-9970-8028E1AB1FDF}" type="pres">
      <dgm:prSet presAssocID="{ABBBBBD0-3693-48B5-9CD5-7066CE0A074F}" presName="sp" presStyleCnt="0"/>
      <dgm:spPr/>
    </dgm:pt>
    <dgm:pt modelId="{F44FEE5F-56A3-4745-9837-54C8CBE93E26}" type="pres">
      <dgm:prSet presAssocID="{2DAE54D9-7DEA-4C10-B7D7-899FEFD06AAB}" presName="composite" presStyleCnt="0"/>
      <dgm:spPr/>
    </dgm:pt>
    <dgm:pt modelId="{49ABFC06-8CAA-4390-BA28-BD0FB21852E4}" type="pres">
      <dgm:prSet presAssocID="{2DAE54D9-7DEA-4C10-B7D7-899FEFD06AAB}" presName="parentText" presStyleLbl="alignNode1" presStyleIdx="1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155F36B5-43C0-416C-93F8-356C83CB1B9C}" type="pres">
      <dgm:prSet presAssocID="{2DAE54D9-7DEA-4C10-B7D7-899FEFD06AAB}" presName="descendantText" presStyleLbl="alignAcc1" presStyleIdx="1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933EA5C8-D52A-41A5-955F-0645F78C4ADB}" type="pres">
      <dgm:prSet presAssocID="{72124079-6288-424F-BB42-5A076D045352}" presName="sp" presStyleCnt="0"/>
      <dgm:spPr/>
    </dgm:pt>
    <dgm:pt modelId="{08595E6C-8348-49BE-B2E3-2561403215D2}" type="pres">
      <dgm:prSet presAssocID="{8F6D6E29-8B59-498C-A1EE-4118AC54D97A}" presName="composite" presStyleCnt="0"/>
      <dgm:spPr/>
    </dgm:pt>
    <dgm:pt modelId="{46E21CA5-C8E2-402A-AC4F-46CC56CA4630}" type="pres">
      <dgm:prSet presAssocID="{8F6D6E29-8B59-498C-A1EE-4118AC54D97A}" presName="parentText" presStyleLbl="alignNode1" presStyleIdx="2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9AF8CD92-BD2A-4F87-8F7E-C2D7B6EB1D86}" type="pres">
      <dgm:prSet presAssocID="{8F6D6E29-8B59-498C-A1EE-4118AC54D97A}" presName="descendantText" presStyleLbl="alignAcc1" presStyleIdx="2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8B19D601-4008-4D8F-A2A3-9A6795176097}" type="pres">
      <dgm:prSet presAssocID="{3E93EA58-E49D-4955-8FAC-4E8FAE5D60DB}" presName="sp" presStyleCnt="0"/>
      <dgm:spPr/>
    </dgm:pt>
    <dgm:pt modelId="{B4D4848A-0B99-439F-990E-A6035E7C9522}" type="pres">
      <dgm:prSet presAssocID="{3CF55661-E719-4194-8AE6-FFE5DD5DB2E4}" presName="composite" presStyleCnt="0"/>
      <dgm:spPr/>
    </dgm:pt>
    <dgm:pt modelId="{5ADBF579-05DE-4622-95EC-26745D4DD303}" type="pres">
      <dgm:prSet presAssocID="{3CF55661-E719-4194-8AE6-FFE5DD5DB2E4}" presName="parentText" presStyleLbl="alignNode1" presStyleIdx="3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BAE97EE3-719A-4B07-8C6E-850E43355025}" type="pres">
      <dgm:prSet presAssocID="{3CF55661-E719-4194-8AE6-FFE5DD5DB2E4}" presName="descendantText" presStyleLbl="alignAcc1" presStyleIdx="3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  <dgm:pt modelId="{065DE43F-5826-4786-94E3-14F1302918F3}" type="pres">
      <dgm:prSet presAssocID="{C6C31A84-4D41-4C2D-A629-21445F48AF91}" presName="sp" presStyleCnt="0"/>
      <dgm:spPr/>
    </dgm:pt>
    <dgm:pt modelId="{E883D845-BBA1-448D-A6B0-59CE4F784485}" type="pres">
      <dgm:prSet presAssocID="{83B16F5D-4B1E-4644-8C3A-ED1C8C04C8F3}" presName="composite" presStyleCnt="0"/>
      <dgm:spPr/>
    </dgm:pt>
    <dgm:pt modelId="{43AA569B-AB76-4D72-B1C0-724DA530A17B}" type="pres">
      <dgm:prSet presAssocID="{83B16F5D-4B1E-4644-8C3A-ED1C8C04C8F3}" presName="parentText" presStyleLbl="alignNode1" presStyleIdx="4" presStyleCnt="5">
        <dgm:presLayoutVars>
          <dgm:chMax val="1"/>
          <dgm:bulletEnabled val="1"/>
        </dgm:presLayoutVars>
      </dgm:prSet>
      <dgm:spPr>
        <a:prstGeom prst="chevron">
          <a:avLst/>
        </a:prstGeom>
      </dgm:spPr>
    </dgm:pt>
    <dgm:pt modelId="{6B3ED616-FB59-4989-B81A-43A3374C04DA}" type="pres">
      <dgm:prSet presAssocID="{83B16F5D-4B1E-4644-8C3A-ED1C8C04C8F3}" presName="descendantText" presStyleLbl="alignAcc1" presStyleIdx="4" presStyleCnt="5" custScaleX="67739">
        <dgm:presLayoutVars>
          <dgm:bulletEnabled val="1"/>
        </dgm:presLayoutVars>
      </dgm:prSet>
      <dgm:spPr>
        <a:prstGeom prst="round2SameRect">
          <a:avLst/>
        </a:prstGeom>
      </dgm:spPr>
    </dgm:pt>
  </dgm:ptLst>
  <dgm:cxnLst>
    <dgm:cxn modelId="{49677C04-EC50-6B4B-A356-21824EAF4916}" type="presOf" srcId="{417705E4-E60B-496F-B6A7-E4E4AA939458}" destId="{155F36B5-43C0-416C-93F8-356C83CB1B9C}" srcOrd="0" destOrd="0" presId="urn:microsoft.com/office/officeart/2005/8/layout/chevron2"/>
    <dgm:cxn modelId="{66AF6109-CA07-48C4-9555-B5CD53A9E2BB}" srcId="{AFD0EE9D-A0DA-40E8-B6EC-96B921C9A057}" destId="{3CCFD342-CC4F-4EE1-BAF5-FD3F48B9BE68}" srcOrd="0" destOrd="0" parTransId="{BA684C3F-6BF8-4E40-B1ED-59AB26AF5150}" sibTransId="{24686A05-A7B4-45AA-84A2-A47A6496E305}"/>
    <dgm:cxn modelId="{5A44F00C-70AB-834E-9038-A7FBCC39491E}" type="presOf" srcId="{4496DC0A-4E5E-4CB5-9228-5378980A4048}" destId="{9AF8CD92-BD2A-4F87-8F7E-C2D7B6EB1D86}" srcOrd="0" destOrd="0" presId="urn:microsoft.com/office/officeart/2005/8/layout/chevron2"/>
    <dgm:cxn modelId="{6DE42A23-D6E5-467D-BE7E-F83398E7161A}" srcId="{D5D97419-8017-4C79-895A-C478F9DB7522}" destId="{3CF55661-E719-4194-8AE6-FFE5DD5DB2E4}" srcOrd="3" destOrd="0" parTransId="{69DD6761-FCAB-4E3F-B6F4-B9C4B8F41F00}" sibTransId="{C6C31A84-4D41-4C2D-A629-21445F48AF91}"/>
    <dgm:cxn modelId="{3FD18F3C-C435-F548-B9F0-23168655488D}" type="presOf" srcId="{2DAE54D9-7DEA-4C10-B7D7-899FEFD06AAB}" destId="{49ABFC06-8CAA-4390-BA28-BD0FB21852E4}" srcOrd="0" destOrd="0" presId="urn:microsoft.com/office/officeart/2005/8/layout/chevron2"/>
    <dgm:cxn modelId="{5063F043-9ECE-C644-BADA-F04948F682A9}" type="presOf" srcId="{B1F64902-E97A-4F15-B54D-0C90FC1EE835}" destId="{6B3ED616-FB59-4989-B81A-43A3374C04DA}" srcOrd="0" destOrd="0" presId="urn:microsoft.com/office/officeart/2005/8/layout/chevron2"/>
    <dgm:cxn modelId="{69F3BC47-A04F-4069-93D0-30FB3213A5AD}" srcId="{8F6D6E29-8B59-498C-A1EE-4118AC54D97A}" destId="{4496DC0A-4E5E-4CB5-9228-5378980A4048}" srcOrd="0" destOrd="0" parTransId="{31310959-9C7B-4181-AA9C-B733A50BFFA8}" sibTransId="{EA5BEAB5-BB88-4A69-B414-54CA9A921717}"/>
    <dgm:cxn modelId="{CC11CF59-2921-4D4C-9EAC-3DFFE67F52B5}" srcId="{2DAE54D9-7DEA-4C10-B7D7-899FEFD06AAB}" destId="{417705E4-E60B-496F-B6A7-E4E4AA939458}" srcOrd="0" destOrd="0" parTransId="{6A78D205-DBE0-41C8-A548-A69497E52E9D}" sibTransId="{E4F54E8F-5849-4139-A3D0-A6D88B190FC4}"/>
    <dgm:cxn modelId="{9C0D645E-F4E3-4371-9CBC-E218AB866C73}" srcId="{D5D97419-8017-4C79-895A-C478F9DB7522}" destId="{83B16F5D-4B1E-4644-8C3A-ED1C8C04C8F3}" srcOrd="4" destOrd="0" parTransId="{10BBA03B-7379-42C4-AD81-2F47A1AC2E1C}" sibTransId="{7F74A6B2-BABB-40CB-BF12-465FDC1DD310}"/>
    <dgm:cxn modelId="{367EFD71-FA27-124D-8DC7-BE8A6BD9E633}" type="presOf" srcId="{3CCFD342-CC4F-4EE1-BAF5-FD3F48B9BE68}" destId="{D869C47D-00C7-4A29-A6FB-8A82C1E1F1FF}" srcOrd="0" destOrd="0" presId="urn:microsoft.com/office/officeart/2005/8/layout/chevron2"/>
    <dgm:cxn modelId="{9735FB7A-C6D0-4041-9308-6657697402B1}" type="presOf" srcId="{83B16F5D-4B1E-4644-8C3A-ED1C8C04C8F3}" destId="{43AA569B-AB76-4D72-B1C0-724DA530A17B}" srcOrd="0" destOrd="0" presId="urn:microsoft.com/office/officeart/2005/8/layout/chevron2"/>
    <dgm:cxn modelId="{CD29738B-8988-0047-B4ED-BFA72C8E57BB}" type="presOf" srcId="{AFD0EE9D-A0DA-40E8-B6EC-96B921C9A057}" destId="{903DDDDC-14EF-4C08-A896-3BCE7EC52B5E}" srcOrd="0" destOrd="0" presId="urn:microsoft.com/office/officeart/2005/8/layout/chevron2"/>
    <dgm:cxn modelId="{95B1028F-91F8-4B2C-8FEF-FB26E08A05A3}" srcId="{83B16F5D-4B1E-4644-8C3A-ED1C8C04C8F3}" destId="{B1F64902-E97A-4F15-B54D-0C90FC1EE835}" srcOrd="0" destOrd="0" parTransId="{D0D6A9DE-20BB-4A23-90DB-E12028166B0F}" sibTransId="{38951CB5-F120-4EB6-9851-879BE370B7A2}"/>
    <dgm:cxn modelId="{D9E8E091-2A82-4D16-B621-B3D574EE6CB1}" srcId="{D5D97419-8017-4C79-895A-C478F9DB7522}" destId="{8F6D6E29-8B59-498C-A1EE-4118AC54D97A}" srcOrd="2" destOrd="0" parTransId="{188120A3-7A89-4957-9AE9-6B059B352078}" sibTransId="{3E93EA58-E49D-4955-8FAC-4E8FAE5D60DB}"/>
    <dgm:cxn modelId="{58411997-3C91-2643-9779-C79909CF8794}" type="presOf" srcId="{D5D97419-8017-4C79-895A-C478F9DB7522}" destId="{0CE1CE76-1880-4623-BA43-84073A605ABA}" srcOrd="0" destOrd="0" presId="urn:microsoft.com/office/officeart/2005/8/layout/chevron2"/>
    <dgm:cxn modelId="{DF2A3A9E-E994-45CF-85CB-5C1B69EC85A4}" srcId="{D5D97419-8017-4C79-895A-C478F9DB7522}" destId="{AFD0EE9D-A0DA-40E8-B6EC-96B921C9A057}" srcOrd="0" destOrd="0" parTransId="{070A9F7E-8857-45F5-A5BF-5C55EABF5FB8}" sibTransId="{ABBBBBD0-3693-48B5-9CD5-7066CE0A074F}"/>
    <dgm:cxn modelId="{E205B9A2-86DE-7B4A-A933-58C5A7AC6BB6}" type="presOf" srcId="{86FA94C8-4237-4B16-8ED3-28F889CC967B}" destId="{BAE97EE3-719A-4B07-8C6E-850E43355025}" srcOrd="0" destOrd="0" presId="urn:microsoft.com/office/officeart/2005/8/layout/chevron2"/>
    <dgm:cxn modelId="{3E13EDB9-AF91-41C9-BF98-EBB4A0DE0407}" srcId="{3CF55661-E719-4194-8AE6-FFE5DD5DB2E4}" destId="{86FA94C8-4237-4B16-8ED3-28F889CC967B}" srcOrd="0" destOrd="0" parTransId="{7BA070C0-F776-4B0B-942A-5AD784FC261A}" sibTransId="{3DF700E5-4BEA-4F19-99CA-970989D7A117}"/>
    <dgm:cxn modelId="{78F9B0CE-9745-4D45-9374-0981DA02BF25}" type="presOf" srcId="{3CF55661-E719-4194-8AE6-FFE5DD5DB2E4}" destId="{5ADBF579-05DE-4622-95EC-26745D4DD303}" srcOrd="0" destOrd="0" presId="urn:microsoft.com/office/officeart/2005/8/layout/chevron2"/>
    <dgm:cxn modelId="{E7E7A3D5-E48D-49AB-A28E-D475E2C96008}" srcId="{D5D97419-8017-4C79-895A-C478F9DB7522}" destId="{2DAE54D9-7DEA-4C10-B7D7-899FEFD06AAB}" srcOrd="1" destOrd="0" parTransId="{E667C121-9040-47B0-9ECC-6DA7A0F5959B}" sibTransId="{72124079-6288-424F-BB42-5A076D045352}"/>
    <dgm:cxn modelId="{D5FBB5F6-4A63-0042-A313-8151E03520C5}" type="presOf" srcId="{8F6D6E29-8B59-498C-A1EE-4118AC54D97A}" destId="{46E21CA5-C8E2-402A-AC4F-46CC56CA4630}" srcOrd="0" destOrd="0" presId="urn:microsoft.com/office/officeart/2005/8/layout/chevron2"/>
    <dgm:cxn modelId="{D4E79924-5349-9E4A-A400-3436426EFC3F}" type="presParOf" srcId="{0CE1CE76-1880-4623-BA43-84073A605ABA}" destId="{2CFDC147-84CA-4162-9A8B-B11E6C0EFA51}" srcOrd="0" destOrd="0" presId="urn:microsoft.com/office/officeart/2005/8/layout/chevron2"/>
    <dgm:cxn modelId="{1B9456B8-9ACA-C04C-8BD2-F2B8697BBD6D}" type="presParOf" srcId="{2CFDC147-84CA-4162-9A8B-B11E6C0EFA51}" destId="{903DDDDC-14EF-4C08-A896-3BCE7EC52B5E}" srcOrd="0" destOrd="0" presId="urn:microsoft.com/office/officeart/2005/8/layout/chevron2"/>
    <dgm:cxn modelId="{95067803-CB4F-3348-A639-5E5E67B19FC2}" type="presParOf" srcId="{2CFDC147-84CA-4162-9A8B-B11E6C0EFA51}" destId="{D869C47D-00C7-4A29-A6FB-8A82C1E1F1FF}" srcOrd="1" destOrd="0" presId="urn:microsoft.com/office/officeart/2005/8/layout/chevron2"/>
    <dgm:cxn modelId="{95355D74-4F2D-3046-8DDC-A9D96B435DDA}" type="presParOf" srcId="{0CE1CE76-1880-4623-BA43-84073A605ABA}" destId="{00C71A3D-4D79-4C26-9970-8028E1AB1FDF}" srcOrd="1" destOrd="0" presId="urn:microsoft.com/office/officeart/2005/8/layout/chevron2"/>
    <dgm:cxn modelId="{D05FDE5C-7DA8-124F-9F0E-7F751DFBEEB0}" type="presParOf" srcId="{0CE1CE76-1880-4623-BA43-84073A605ABA}" destId="{F44FEE5F-56A3-4745-9837-54C8CBE93E26}" srcOrd="2" destOrd="0" presId="urn:microsoft.com/office/officeart/2005/8/layout/chevron2"/>
    <dgm:cxn modelId="{5C7C228F-D699-7242-92EE-E7DD97EBF1FD}" type="presParOf" srcId="{F44FEE5F-56A3-4745-9837-54C8CBE93E26}" destId="{49ABFC06-8CAA-4390-BA28-BD0FB21852E4}" srcOrd="0" destOrd="0" presId="urn:microsoft.com/office/officeart/2005/8/layout/chevron2"/>
    <dgm:cxn modelId="{652AA5BE-D680-A648-9762-F999A3D884AB}" type="presParOf" srcId="{F44FEE5F-56A3-4745-9837-54C8CBE93E26}" destId="{155F36B5-43C0-416C-93F8-356C83CB1B9C}" srcOrd="1" destOrd="0" presId="urn:microsoft.com/office/officeart/2005/8/layout/chevron2"/>
    <dgm:cxn modelId="{D5F966E8-5CEB-EB47-A1B7-B31BFF0FE488}" type="presParOf" srcId="{0CE1CE76-1880-4623-BA43-84073A605ABA}" destId="{933EA5C8-D52A-41A5-955F-0645F78C4ADB}" srcOrd="3" destOrd="0" presId="urn:microsoft.com/office/officeart/2005/8/layout/chevron2"/>
    <dgm:cxn modelId="{829709CE-C5D9-9F40-B89C-FB0751E8201F}" type="presParOf" srcId="{0CE1CE76-1880-4623-BA43-84073A605ABA}" destId="{08595E6C-8348-49BE-B2E3-2561403215D2}" srcOrd="4" destOrd="0" presId="urn:microsoft.com/office/officeart/2005/8/layout/chevron2"/>
    <dgm:cxn modelId="{631B59FD-9991-D548-B47F-38983F467691}" type="presParOf" srcId="{08595E6C-8348-49BE-B2E3-2561403215D2}" destId="{46E21CA5-C8E2-402A-AC4F-46CC56CA4630}" srcOrd="0" destOrd="0" presId="urn:microsoft.com/office/officeart/2005/8/layout/chevron2"/>
    <dgm:cxn modelId="{AA04AC9A-2DAD-0147-BC12-FB16C8F9ECCD}" type="presParOf" srcId="{08595E6C-8348-49BE-B2E3-2561403215D2}" destId="{9AF8CD92-BD2A-4F87-8F7E-C2D7B6EB1D86}" srcOrd="1" destOrd="0" presId="urn:microsoft.com/office/officeart/2005/8/layout/chevron2"/>
    <dgm:cxn modelId="{73BB32FC-F5B7-844F-8D61-8646B97DC061}" type="presParOf" srcId="{0CE1CE76-1880-4623-BA43-84073A605ABA}" destId="{8B19D601-4008-4D8F-A2A3-9A6795176097}" srcOrd="5" destOrd="0" presId="urn:microsoft.com/office/officeart/2005/8/layout/chevron2"/>
    <dgm:cxn modelId="{302D5F21-58BB-7049-B44F-E7D227A85A4D}" type="presParOf" srcId="{0CE1CE76-1880-4623-BA43-84073A605ABA}" destId="{B4D4848A-0B99-439F-990E-A6035E7C9522}" srcOrd="6" destOrd="0" presId="urn:microsoft.com/office/officeart/2005/8/layout/chevron2"/>
    <dgm:cxn modelId="{1437A123-049C-4243-8FE2-1E74394BE711}" type="presParOf" srcId="{B4D4848A-0B99-439F-990E-A6035E7C9522}" destId="{5ADBF579-05DE-4622-95EC-26745D4DD303}" srcOrd="0" destOrd="0" presId="urn:microsoft.com/office/officeart/2005/8/layout/chevron2"/>
    <dgm:cxn modelId="{43D074C1-DB8D-8C40-AEBC-22FD8268D13D}" type="presParOf" srcId="{B4D4848A-0B99-439F-990E-A6035E7C9522}" destId="{BAE97EE3-719A-4B07-8C6E-850E43355025}" srcOrd="1" destOrd="0" presId="urn:microsoft.com/office/officeart/2005/8/layout/chevron2"/>
    <dgm:cxn modelId="{CF404E54-740E-8149-9524-C5F62E67B578}" type="presParOf" srcId="{0CE1CE76-1880-4623-BA43-84073A605ABA}" destId="{065DE43F-5826-4786-94E3-14F1302918F3}" srcOrd="7" destOrd="0" presId="urn:microsoft.com/office/officeart/2005/8/layout/chevron2"/>
    <dgm:cxn modelId="{7BC8F9D5-A49A-C141-9943-BC08A70BE540}" type="presParOf" srcId="{0CE1CE76-1880-4623-BA43-84073A605ABA}" destId="{E883D845-BBA1-448D-A6B0-59CE4F784485}" srcOrd="8" destOrd="0" presId="urn:microsoft.com/office/officeart/2005/8/layout/chevron2"/>
    <dgm:cxn modelId="{2C29674A-073E-2843-A886-6784FEEF2102}" type="presParOf" srcId="{E883D845-BBA1-448D-A6B0-59CE4F784485}" destId="{43AA569B-AB76-4D72-B1C0-724DA530A17B}" srcOrd="0" destOrd="0" presId="urn:microsoft.com/office/officeart/2005/8/layout/chevron2"/>
    <dgm:cxn modelId="{B4DF656B-3D29-B74F-B70D-27840F49C59E}" type="presParOf" srcId="{E883D845-BBA1-448D-A6B0-59CE4F784485}" destId="{6B3ED616-FB59-4989-B81A-43A3374C04D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DCE730A-1302-4BE5-852C-9A1AD8963361}" type="doc">
      <dgm:prSet loTypeId="urn:diagrams.loki3.com/TabbedArc+Icon" loCatId="officeonline" qsTypeId="urn:microsoft.com/office/officeart/2005/8/quickstyle/simple1" qsCatId="simple" csTypeId="urn:microsoft.com/office/officeart/2005/8/colors/accent1_2" csCatId="accent1" phldr="1"/>
      <dgm:spPr/>
    </dgm:pt>
    <dgm:pt modelId="{20243AF0-462A-489B-B3FC-D0314EA78392}">
      <dgm:prSet phldrT="[Text]"/>
      <dgm:spPr>
        <a:solidFill>
          <a:schemeClr val="tx2">
            <a:lumMod val="5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 prstMaterial="dkEdge"/>
      </dgm:spPr>
      <dgm:t>
        <a:bodyPr/>
        <a:lstStyle/>
        <a:p>
          <a:r>
            <a:rPr lang="da-DK" dirty="0"/>
            <a:t>Mode</a:t>
          </a:r>
          <a:endParaRPr lang="en-GB" dirty="0"/>
        </a:p>
      </dgm:t>
    </dgm:pt>
    <dgm:pt modelId="{929C8D0F-0CD8-4C37-BA7C-C6D5CA6906C8}" type="parTrans" cxnId="{AF045E93-C229-4A79-966E-843CC0D6A3C2}">
      <dgm:prSet/>
      <dgm:spPr/>
      <dgm:t>
        <a:bodyPr/>
        <a:lstStyle/>
        <a:p>
          <a:endParaRPr lang="en-GB"/>
        </a:p>
      </dgm:t>
    </dgm:pt>
    <dgm:pt modelId="{FADA01C0-42C5-43A6-BFDF-5FD96693A5C8}" type="sibTrans" cxnId="{AF045E93-C229-4A79-966E-843CC0D6A3C2}">
      <dgm:prSet/>
      <dgm:spPr/>
      <dgm:t>
        <a:bodyPr/>
        <a:lstStyle/>
        <a:p>
          <a:endParaRPr lang="en-GB"/>
        </a:p>
      </dgm:t>
    </dgm:pt>
    <dgm:pt modelId="{30232128-AB4C-47FA-BC39-55320D6F1C4A}">
      <dgm:prSet phldrT="[Text]"/>
      <dgm:spPr>
        <a:solidFill>
          <a:schemeClr val="tx2">
            <a:lumMod val="5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 prstMaterial="dkEdge"/>
      </dgm:spPr>
      <dgm:t>
        <a:bodyPr/>
        <a:lstStyle/>
        <a:p>
          <a:r>
            <a:rPr lang="da-DK" dirty="0"/>
            <a:t>Median</a:t>
          </a:r>
          <a:endParaRPr lang="en-GB" dirty="0"/>
        </a:p>
      </dgm:t>
    </dgm:pt>
    <dgm:pt modelId="{CD4F95E9-57A5-4F11-B1CB-A13B54F4C4B9}" type="parTrans" cxnId="{BA9561C0-5726-4BB7-9322-1941AEA61B2B}">
      <dgm:prSet/>
      <dgm:spPr/>
      <dgm:t>
        <a:bodyPr/>
        <a:lstStyle/>
        <a:p>
          <a:endParaRPr lang="en-GB"/>
        </a:p>
      </dgm:t>
    </dgm:pt>
    <dgm:pt modelId="{44B13DC0-709D-4202-929D-3C8A33C1AE8C}" type="sibTrans" cxnId="{BA9561C0-5726-4BB7-9322-1941AEA61B2B}">
      <dgm:prSet/>
      <dgm:spPr/>
      <dgm:t>
        <a:bodyPr/>
        <a:lstStyle/>
        <a:p>
          <a:endParaRPr lang="en-GB"/>
        </a:p>
      </dgm:t>
    </dgm:pt>
    <dgm:pt modelId="{135D718D-280E-4FA8-A847-5B85FA9836A9}">
      <dgm:prSet phldrT="[Text]"/>
      <dgm:spPr>
        <a:solidFill>
          <a:schemeClr val="tx2">
            <a:lumMod val="50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 prstMaterial="dkEdge"/>
      </dgm:spPr>
      <dgm:t>
        <a:bodyPr/>
        <a:lstStyle/>
        <a:p>
          <a:r>
            <a:rPr lang="da-DK" dirty="0"/>
            <a:t>Mean</a:t>
          </a:r>
          <a:endParaRPr lang="en-GB" dirty="0"/>
        </a:p>
      </dgm:t>
    </dgm:pt>
    <dgm:pt modelId="{1DA830A8-FA52-4E80-8183-BCAFBB66F135}" type="parTrans" cxnId="{87AFB288-03C5-4645-A2E3-F1D11FA6EA28}">
      <dgm:prSet/>
      <dgm:spPr/>
      <dgm:t>
        <a:bodyPr/>
        <a:lstStyle/>
        <a:p>
          <a:endParaRPr lang="en-GB"/>
        </a:p>
      </dgm:t>
    </dgm:pt>
    <dgm:pt modelId="{ECA8F70B-2A09-4F0E-A499-49646EA68100}" type="sibTrans" cxnId="{87AFB288-03C5-4645-A2E3-F1D11FA6EA28}">
      <dgm:prSet/>
      <dgm:spPr/>
      <dgm:t>
        <a:bodyPr/>
        <a:lstStyle/>
        <a:p>
          <a:endParaRPr lang="en-GB"/>
        </a:p>
      </dgm:t>
    </dgm:pt>
    <dgm:pt modelId="{43C02524-C94A-4F76-902C-8EF56FE94891}" type="pres">
      <dgm:prSet presAssocID="{EDCE730A-1302-4BE5-852C-9A1AD8963361}" presName="Name0" presStyleCnt="0">
        <dgm:presLayoutVars>
          <dgm:dir/>
          <dgm:resizeHandles val="exact"/>
        </dgm:presLayoutVars>
      </dgm:prSet>
      <dgm:spPr/>
    </dgm:pt>
    <dgm:pt modelId="{0A3DAE3C-EE5B-4DE4-9720-9942728FE0CF}" type="pres">
      <dgm:prSet presAssocID="{20243AF0-462A-489B-B3FC-D0314EA78392}" presName="twoplus" presStyleLbl="node1" presStyleIdx="0" presStyleCnt="3">
        <dgm:presLayoutVars>
          <dgm:bulletEnabled val="1"/>
        </dgm:presLayoutVars>
      </dgm:prSet>
      <dgm:spPr/>
    </dgm:pt>
    <dgm:pt modelId="{B10F15DE-963F-41CA-AEA1-41EE3A3980B1}" type="pres">
      <dgm:prSet presAssocID="{30232128-AB4C-47FA-BC39-55320D6F1C4A}" presName="twoplus" presStyleLbl="node1" presStyleIdx="1" presStyleCnt="3">
        <dgm:presLayoutVars>
          <dgm:bulletEnabled val="1"/>
        </dgm:presLayoutVars>
      </dgm:prSet>
      <dgm:spPr/>
    </dgm:pt>
    <dgm:pt modelId="{1579C326-13A3-4415-AF9D-045190DE4781}" type="pres">
      <dgm:prSet presAssocID="{135D718D-280E-4FA8-A847-5B85FA9836A9}" presName="twoplus" presStyleLbl="node1" presStyleIdx="2" presStyleCnt="3">
        <dgm:presLayoutVars>
          <dgm:bulletEnabled val="1"/>
        </dgm:presLayoutVars>
      </dgm:prSet>
      <dgm:spPr/>
    </dgm:pt>
  </dgm:ptLst>
  <dgm:cxnLst>
    <dgm:cxn modelId="{EFE44F6C-2A5C-4AFC-B4BF-1201639B5EDA}" type="presOf" srcId="{135D718D-280E-4FA8-A847-5B85FA9836A9}" destId="{1579C326-13A3-4415-AF9D-045190DE4781}" srcOrd="0" destOrd="0" presId="urn:diagrams.loki3.com/TabbedArc+Icon"/>
    <dgm:cxn modelId="{E2551083-EFA3-4417-8562-4202CE1A9A8E}" type="presOf" srcId="{EDCE730A-1302-4BE5-852C-9A1AD8963361}" destId="{43C02524-C94A-4F76-902C-8EF56FE94891}" srcOrd="0" destOrd="0" presId="urn:diagrams.loki3.com/TabbedArc+Icon"/>
    <dgm:cxn modelId="{87AFB288-03C5-4645-A2E3-F1D11FA6EA28}" srcId="{EDCE730A-1302-4BE5-852C-9A1AD8963361}" destId="{135D718D-280E-4FA8-A847-5B85FA9836A9}" srcOrd="2" destOrd="0" parTransId="{1DA830A8-FA52-4E80-8183-BCAFBB66F135}" sibTransId="{ECA8F70B-2A09-4F0E-A499-49646EA68100}"/>
    <dgm:cxn modelId="{AF045E93-C229-4A79-966E-843CC0D6A3C2}" srcId="{EDCE730A-1302-4BE5-852C-9A1AD8963361}" destId="{20243AF0-462A-489B-B3FC-D0314EA78392}" srcOrd="0" destOrd="0" parTransId="{929C8D0F-0CD8-4C37-BA7C-C6D5CA6906C8}" sibTransId="{FADA01C0-42C5-43A6-BFDF-5FD96693A5C8}"/>
    <dgm:cxn modelId="{BA9561C0-5726-4BB7-9322-1941AEA61B2B}" srcId="{EDCE730A-1302-4BE5-852C-9A1AD8963361}" destId="{30232128-AB4C-47FA-BC39-55320D6F1C4A}" srcOrd="1" destOrd="0" parTransId="{CD4F95E9-57A5-4F11-B1CB-A13B54F4C4B9}" sibTransId="{44B13DC0-709D-4202-929D-3C8A33C1AE8C}"/>
    <dgm:cxn modelId="{2271B3D5-08EB-474F-A255-BC31DDE5F5AB}" type="presOf" srcId="{20243AF0-462A-489B-B3FC-D0314EA78392}" destId="{0A3DAE3C-EE5B-4DE4-9720-9942728FE0CF}" srcOrd="0" destOrd="0" presId="urn:diagrams.loki3.com/TabbedArc+Icon"/>
    <dgm:cxn modelId="{8EFBE7E1-82CA-4C28-91A6-F922A236D224}" type="presOf" srcId="{30232128-AB4C-47FA-BC39-55320D6F1C4A}" destId="{B10F15DE-963F-41CA-AEA1-41EE3A3980B1}" srcOrd="0" destOrd="0" presId="urn:diagrams.loki3.com/TabbedArc+Icon"/>
    <dgm:cxn modelId="{215D3BC7-01C0-4E4E-99E5-244EED26076E}" type="presParOf" srcId="{43C02524-C94A-4F76-902C-8EF56FE94891}" destId="{0A3DAE3C-EE5B-4DE4-9720-9942728FE0CF}" srcOrd="0" destOrd="0" presId="urn:diagrams.loki3.com/TabbedArc+Icon"/>
    <dgm:cxn modelId="{D56D2CA7-6C17-4737-A58E-D05CF03F059E}" type="presParOf" srcId="{43C02524-C94A-4F76-902C-8EF56FE94891}" destId="{B10F15DE-963F-41CA-AEA1-41EE3A3980B1}" srcOrd="1" destOrd="0" presId="urn:diagrams.loki3.com/TabbedArc+Icon"/>
    <dgm:cxn modelId="{CBE0E048-0001-4BD0-A5FF-011D0ABAB7DB}" type="presParOf" srcId="{43C02524-C94A-4F76-902C-8EF56FE94891}" destId="{1579C326-13A3-4415-AF9D-045190DE4781}" srcOrd="2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sz="24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046BE239-EB71-47F3-872F-3482DDD3F4D7}">
      <dgm:prSet phldrT="[Text]"/>
      <dgm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6D639ECD-FDD3-4D73-8F80-7F76B6B32FE8}">
      <dgm:prSet phldrT="[Text]"/>
      <dgm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CF02C40-B619-4EF7-AC90-0E4472800E21}">
      <dgm:prSet phldrT="[Text]"/>
      <dgm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83B96A65-31B0-4C7E-AB20-7A5ED48C96C8}" type="pres">
      <dgm:prSet presAssocID="{FEAD6694-2815-43B0-BCF3-EB0AE7C6FBC6}" presName="Parent" presStyleLbl="revTx" presStyleIdx="0" presStyleCnt="4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3"/>
      <dgm:spPr>
        <a:xfrm>
          <a:off x="47208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3"/>
      <dgm:spPr>
        <a:xfrm>
          <a:off x="47208" y="1310584"/>
          <a:ext cx="160997" cy="160997"/>
        </a:xfrm>
        <a:prstGeom prst="rect">
          <a:avLst/>
        </a:prstGeom>
        <a:solidFill>
          <a:srgbClr val="FFFFF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3"/>
      <dgm:spPr>
        <a:xfrm>
          <a:off x="47208" y="1685870"/>
          <a:ext cx="160997" cy="160997"/>
        </a:xfrm>
        <a:prstGeom prst="rect">
          <a:avLst/>
        </a:prstGeom>
        <a:solidFill>
          <a:srgbClr val="FFFFF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92B3C20-C6DF-4A80-B4E3-C0C2E1B9816C}" type="presOf" srcId="{FEAD6694-2815-43B0-BCF3-EB0AE7C6FBC6}" destId="{83B96A65-31B0-4C7E-AB20-7A5ED48C96C8}" srcOrd="0" destOrd="0" presId="urn:microsoft.com/office/officeart/2008/layout/SquareAccentList"/>
    <dgm:cxn modelId="{2E983236-BE34-4361-B326-B5F8FD52349E}" type="presOf" srcId="{046BE239-EB71-47F3-872F-3482DDD3F4D7}" destId="{D37E6F76-314C-4D84-9673-01B055A307B0}" srcOrd="0" destOrd="0" presId="urn:microsoft.com/office/officeart/2008/layout/SquareAccentList"/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8596544C-E08B-4449-A223-6C7C9EE5D9B1}" type="presOf" srcId="{6D639ECD-FDD3-4D73-8F80-7F76B6B32FE8}" destId="{ABE5A512-58C0-4E36-9321-670D1567DF7C}" srcOrd="0" destOrd="0" presId="urn:microsoft.com/office/officeart/2008/layout/SquareAccentList"/>
    <dgm:cxn modelId="{0C0FDA53-D931-4C4F-9F37-F440CA442E34}" type="presOf" srcId="{DF3E6FED-0869-4B1B-B1B6-2C11ADBE751D}" destId="{B4CDB793-F64A-4A93-935E-BBFB0086D1A3}" srcOrd="0" destOrd="0" presId="urn:microsoft.com/office/officeart/2008/layout/SquareAccentList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F875C8FE-CBBC-43C0-9C55-EF7A47CBBC5F}" type="presOf" srcId="{BCF02C40-B619-4EF7-AC90-0E4472800E21}" destId="{B5DE6C18-4407-4DDF-938C-C274655E2C6B}" srcOrd="0" destOrd="0" presId="urn:microsoft.com/office/officeart/2008/layout/SquareAccentList"/>
    <dgm:cxn modelId="{2437B81F-1ABE-40CB-8071-00CC7192435D}" type="presParOf" srcId="{B4CDB793-F64A-4A93-935E-BBFB0086D1A3}" destId="{2BF407D5-60F0-40DD-A50B-4DC2D20E217C}" srcOrd="0" destOrd="0" presId="urn:microsoft.com/office/officeart/2008/layout/SquareAccentList"/>
    <dgm:cxn modelId="{CE86F7B2-7EA2-42B4-97CE-C4FCDCA92CF9}" type="presParOf" srcId="{2BF407D5-60F0-40DD-A50B-4DC2D20E217C}" destId="{17699024-A7EB-44AE-8360-8B8ECCEB8AB8}" srcOrd="0" destOrd="0" presId="urn:microsoft.com/office/officeart/2008/layout/SquareAccentList"/>
    <dgm:cxn modelId="{E70C7C15-949D-4943-BB83-FF37535D1EE4}" type="presParOf" srcId="{17699024-A7EB-44AE-8360-8B8ECCEB8AB8}" destId="{8FF7B9ED-EE59-4AED-8936-E0DF3B020E24}" srcOrd="0" destOrd="0" presId="urn:microsoft.com/office/officeart/2008/layout/SquareAccentList"/>
    <dgm:cxn modelId="{B6D04357-9E47-4CB1-BE4D-E307C75AD817}" type="presParOf" srcId="{17699024-A7EB-44AE-8360-8B8ECCEB8AB8}" destId="{97F1A34A-801D-44E1-9D1F-1DD1BC5AD585}" srcOrd="1" destOrd="0" presId="urn:microsoft.com/office/officeart/2008/layout/SquareAccentList"/>
    <dgm:cxn modelId="{8B247619-1963-4C2F-A1B1-CFE78C017060}" type="presParOf" srcId="{17699024-A7EB-44AE-8360-8B8ECCEB8AB8}" destId="{83B96A65-31B0-4C7E-AB20-7A5ED48C96C8}" srcOrd="2" destOrd="0" presId="urn:microsoft.com/office/officeart/2008/layout/SquareAccentList"/>
    <dgm:cxn modelId="{0CC61B79-BF82-4BA9-941D-FC3D88B748DB}" type="presParOf" srcId="{2BF407D5-60F0-40DD-A50B-4DC2D20E217C}" destId="{B0D9C056-B41F-4A69-8BDA-1AD84646E187}" srcOrd="1" destOrd="0" presId="urn:microsoft.com/office/officeart/2008/layout/SquareAccentList"/>
    <dgm:cxn modelId="{E7DFE96A-2667-4AC4-B93D-8C92FBB25231}" type="presParOf" srcId="{B0D9C056-B41F-4A69-8BDA-1AD84646E187}" destId="{2D95AFAE-9229-4CE1-9696-14F2C0A3C111}" srcOrd="0" destOrd="0" presId="urn:microsoft.com/office/officeart/2008/layout/SquareAccentList"/>
    <dgm:cxn modelId="{A1ED597C-CEBE-4ECC-832A-ECF618672695}" type="presParOf" srcId="{2D95AFAE-9229-4CE1-9696-14F2C0A3C111}" destId="{F4DC0E9E-C257-4FDB-AD63-E3C0DD58425C}" srcOrd="0" destOrd="0" presId="urn:microsoft.com/office/officeart/2008/layout/SquareAccentList"/>
    <dgm:cxn modelId="{602F8C11-E821-474E-8D0C-61159D7A4F6E}" type="presParOf" srcId="{2D95AFAE-9229-4CE1-9696-14F2C0A3C111}" destId="{B5DE6C18-4407-4DDF-938C-C274655E2C6B}" srcOrd="1" destOrd="0" presId="urn:microsoft.com/office/officeart/2008/layout/SquareAccentList"/>
    <dgm:cxn modelId="{F601F035-1E91-48CF-98E7-DE4E3045BFCC}" type="presParOf" srcId="{B0D9C056-B41F-4A69-8BDA-1AD84646E187}" destId="{5435C5C3-87E1-4B57-BDFA-289EC1717CA1}" srcOrd="1" destOrd="0" presId="urn:microsoft.com/office/officeart/2008/layout/SquareAccentList"/>
    <dgm:cxn modelId="{1F664CB2-2761-42BD-8253-5599D1DE61E2}" type="presParOf" srcId="{5435C5C3-87E1-4B57-BDFA-289EC1717CA1}" destId="{3BA6750B-7C19-4BE5-9DA4-EB5762DC6EA5}" srcOrd="0" destOrd="0" presId="urn:microsoft.com/office/officeart/2008/layout/SquareAccentList"/>
    <dgm:cxn modelId="{080CD725-6555-49E0-902B-8D0CA8424B9B}" type="presParOf" srcId="{5435C5C3-87E1-4B57-BDFA-289EC1717CA1}" destId="{D37E6F76-314C-4D84-9673-01B055A307B0}" srcOrd="1" destOrd="0" presId="urn:microsoft.com/office/officeart/2008/layout/SquareAccentList"/>
    <dgm:cxn modelId="{9050B8A1-DAE0-46F6-A29F-DEE4B885E3E1}" type="presParOf" srcId="{B0D9C056-B41F-4A69-8BDA-1AD84646E187}" destId="{F63F3F8C-415E-4DA4-A817-6652EA9DD6D7}" srcOrd="2" destOrd="0" presId="urn:microsoft.com/office/officeart/2008/layout/SquareAccentList"/>
    <dgm:cxn modelId="{7E00A5D6-3541-426A-9AB5-FFAE39C3A6CC}" type="presParOf" srcId="{F63F3F8C-415E-4DA4-A817-6652EA9DD6D7}" destId="{F428CB9C-0BC7-41E0-BD50-213035FB45C7}" srcOrd="0" destOrd="0" presId="urn:microsoft.com/office/officeart/2008/layout/SquareAccentList"/>
    <dgm:cxn modelId="{7706187F-D137-4C3E-987A-C6B3716AF36A}" type="presParOf" srcId="{F63F3F8C-415E-4DA4-A817-6652EA9DD6D7}" destId="{ABE5A512-58C0-4E36-9321-670D1567DF7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sz="24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046BE239-EB71-47F3-872F-3482DDD3F4D7}">
      <dgm:prSet phldrT="[Text]"/>
      <dgm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6D639ECD-FDD3-4D73-8F80-7F76B6B32FE8}">
      <dgm:prSet phldrT="[Text]"/>
      <dgm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CF02C40-B619-4EF7-AC90-0E4472800E21}">
      <dgm:prSet phldrT="[Text]"/>
      <dgm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83B96A65-31B0-4C7E-AB20-7A5ED48C96C8}" type="pres">
      <dgm:prSet presAssocID="{FEAD6694-2815-43B0-BCF3-EB0AE7C6FBC6}" presName="Parent" presStyleLbl="revTx" presStyleIdx="0" presStyleCnt="4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3"/>
      <dgm:spPr>
        <a:xfrm>
          <a:off x="47208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3"/>
      <dgm:spPr>
        <a:xfrm>
          <a:off x="47208" y="1310584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3"/>
      <dgm:spPr>
        <a:xfrm>
          <a:off x="47208" y="1685870"/>
          <a:ext cx="160997" cy="160997"/>
        </a:xfrm>
        <a:prstGeom prst="rect">
          <a:avLst/>
        </a:prstGeom>
        <a:solidFill>
          <a:srgbClr val="FFFFF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64A3A21-2991-437F-8C0A-75399D05FFFC}" type="presOf" srcId="{DF3E6FED-0869-4B1B-B1B6-2C11ADBE751D}" destId="{B4CDB793-F64A-4A93-935E-BBFB0086D1A3}" srcOrd="0" destOrd="0" presId="urn:microsoft.com/office/officeart/2008/layout/SquareAccentList"/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CC426F67-8CE3-4B9E-9EDE-E420FC4CF4A1}" type="presOf" srcId="{FEAD6694-2815-43B0-BCF3-EB0AE7C6FBC6}" destId="{83B96A65-31B0-4C7E-AB20-7A5ED48C96C8}" srcOrd="0" destOrd="0" presId="urn:microsoft.com/office/officeart/2008/layout/SquareAccentList"/>
    <dgm:cxn modelId="{4E7D3083-322B-46D1-B089-92D19C52DF37}" type="presOf" srcId="{6D639ECD-FDD3-4D73-8F80-7F76B6B32FE8}" destId="{ABE5A512-58C0-4E36-9321-670D1567DF7C}" srcOrd="0" destOrd="0" presId="urn:microsoft.com/office/officeart/2008/layout/SquareAccentList"/>
    <dgm:cxn modelId="{AAC32D92-2000-40BE-9B2A-670CBC2A4B55}" type="presOf" srcId="{046BE239-EB71-47F3-872F-3482DDD3F4D7}" destId="{D37E6F76-314C-4D84-9673-01B055A307B0}" srcOrd="0" destOrd="0" presId="urn:microsoft.com/office/officeart/2008/layout/SquareAccentList"/>
    <dgm:cxn modelId="{C3EFA89D-EEBB-4848-A37B-6CEF09DF2191}" type="presOf" srcId="{BCF02C40-B619-4EF7-AC90-0E4472800E21}" destId="{B5DE6C18-4407-4DDF-938C-C274655E2C6B}" srcOrd="0" destOrd="0" presId="urn:microsoft.com/office/officeart/2008/layout/SquareAccentList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7A8F56F0-E814-4834-ABE9-1B54E77A00C1}" type="presParOf" srcId="{B4CDB793-F64A-4A93-935E-BBFB0086D1A3}" destId="{2BF407D5-60F0-40DD-A50B-4DC2D20E217C}" srcOrd="0" destOrd="0" presId="urn:microsoft.com/office/officeart/2008/layout/SquareAccentList"/>
    <dgm:cxn modelId="{A6209C82-0405-4489-A07E-C350F390EDD3}" type="presParOf" srcId="{2BF407D5-60F0-40DD-A50B-4DC2D20E217C}" destId="{17699024-A7EB-44AE-8360-8B8ECCEB8AB8}" srcOrd="0" destOrd="0" presId="urn:microsoft.com/office/officeart/2008/layout/SquareAccentList"/>
    <dgm:cxn modelId="{39997375-60B9-4D76-98B5-E9C05FA3DC1D}" type="presParOf" srcId="{17699024-A7EB-44AE-8360-8B8ECCEB8AB8}" destId="{8FF7B9ED-EE59-4AED-8936-E0DF3B020E24}" srcOrd="0" destOrd="0" presId="urn:microsoft.com/office/officeart/2008/layout/SquareAccentList"/>
    <dgm:cxn modelId="{E0CA23AA-55D6-4B2A-9DD6-C8E41F4BB887}" type="presParOf" srcId="{17699024-A7EB-44AE-8360-8B8ECCEB8AB8}" destId="{97F1A34A-801D-44E1-9D1F-1DD1BC5AD585}" srcOrd="1" destOrd="0" presId="urn:microsoft.com/office/officeart/2008/layout/SquareAccentList"/>
    <dgm:cxn modelId="{5910C3AD-B183-4C68-8BB1-64F13F277528}" type="presParOf" srcId="{17699024-A7EB-44AE-8360-8B8ECCEB8AB8}" destId="{83B96A65-31B0-4C7E-AB20-7A5ED48C96C8}" srcOrd="2" destOrd="0" presId="urn:microsoft.com/office/officeart/2008/layout/SquareAccentList"/>
    <dgm:cxn modelId="{EBE659A3-5670-4C9B-A946-D3DC3DF219FE}" type="presParOf" srcId="{2BF407D5-60F0-40DD-A50B-4DC2D20E217C}" destId="{B0D9C056-B41F-4A69-8BDA-1AD84646E187}" srcOrd="1" destOrd="0" presId="urn:microsoft.com/office/officeart/2008/layout/SquareAccentList"/>
    <dgm:cxn modelId="{EEEE8583-38B1-4F8B-97E4-B8699471EF30}" type="presParOf" srcId="{B0D9C056-B41F-4A69-8BDA-1AD84646E187}" destId="{2D95AFAE-9229-4CE1-9696-14F2C0A3C111}" srcOrd="0" destOrd="0" presId="urn:microsoft.com/office/officeart/2008/layout/SquareAccentList"/>
    <dgm:cxn modelId="{8364C5B9-B269-4886-9D47-EB9AF3911A79}" type="presParOf" srcId="{2D95AFAE-9229-4CE1-9696-14F2C0A3C111}" destId="{F4DC0E9E-C257-4FDB-AD63-E3C0DD58425C}" srcOrd="0" destOrd="0" presId="urn:microsoft.com/office/officeart/2008/layout/SquareAccentList"/>
    <dgm:cxn modelId="{76CB6038-9490-43A4-8961-4FA0A06D67D2}" type="presParOf" srcId="{2D95AFAE-9229-4CE1-9696-14F2C0A3C111}" destId="{B5DE6C18-4407-4DDF-938C-C274655E2C6B}" srcOrd="1" destOrd="0" presId="urn:microsoft.com/office/officeart/2008/layout/SquareAccentList"/>
    <dgm:cxn modelId="{8928C7FD-2DA2-4DF7-9BAC-84131F1DCEBB}" type="presParOf" srcId="{B0D9C056-B41F-4A69-8BDA-1AD84646E187}" destId="{5435C5C3-87E1-4B57-BDFA-289EC1717CA1}" srcOrd="1" destOrd="0" presId="urn:microsoft.com/office/officeart/2008/layout/SquareAccentList"/>
    <dgm:cxn modelId="{195DC231-EB6D-48A4-B5D3-E0FCFF96CBDB}" type="presParOf" srcId="{5435C5C3-87E1-4B57-BDFA-289EC1717CA1}" destId="{3BA6750B-7C19-4BE5-9DA4-EB5762DC6EA5}" srcOrd="0" destOrd="0" presId="urn:microsoft.com/office/officeart/2008/layout/SquareAccentList"/>
    <dgm:cxn modelId="{001193B2-C9B1-4DE8-B0F5-A24A13B67B1F}" type="presParOf" srcId="{5435C5C3-87E1-4B57-BDFA-289EC1717CA1}" destId="{D37E6F76-314C-4D84-9673-01B055A307B0}" srcOrd="1" destOrd="0" presId="urn:microsoft.com/office/officeart/2008/layout/SquareAccentList"/>
    <dgm:cxn modelId="{18224735-A348-4D6B-8199-0221707E1C20}" type="presParOf" srcId="{B0D9C056-B41F-4A69-8BDA-1AD84646E187}" destId="{F63F3F8C-415E-4DA4-A817-6652EA9DD6D7}" srcOrd="2" destOrd="0" presId="urn:microsoft.com/office/officeart/2008/layout/SquareAccentList"/>
    <dgm:cxn modelId="{8424204E-E4AD-4F6A-8510-DFDB6E895153}" type="presParOf" srcId="{F63F3F8C-415E-4DA4-A817-6652EA9DD6D7}" destId="{F428CB9C-0BC7-41E0-BD50-213035FB45C7}" srcOrd="0" destOrd="0" presId="urn:microsoft.com/office/officeart/2008/layout/SquareAccentList"/>
    <dgm:cxn modelId="{2142E19C-A44A-4594-9875-9970DE8DD046}" type="presParOf" srcId="{F63F3F8C-415E-4DA4-A817-6652EA9DD6D7}" destId="{ABE5A512-58C0-4E36-9321-670D1567DF7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sz="24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046BE239-EB71-47F3-872F-3482DDD3F4D7}">
      <dgm:prSet phldrT="[Text]"/>
      <dgm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6D639ECD-FDD3-4D73-8F80-7F76B6B32FE8}">
      <dgm:prSet phldrT="[Text]"/>
      <dgm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CF02C40-B619-4EF7-AC90-0E4472800E21}">
      <dgm:prSet phldrT="[Text]"/>
      <dgm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83B96A65-31B0-4C7E-AB20-7A5ED48C96C8}" type="pres">
      <dgm:prSet presAssocID="{FEAD6694-2815-43B0-BCF3-EB0AE7C6FBC6}" presName="Parent" presStyleLbl="revTx" presStyleIdx="0" presStyleCnt="4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3" custLinFactNeighborX="12668"/>
      <dgm:spPr>
        <a:xfrm>
          <a:off x="67603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3" custLinFactNeighborX="12668"/>
      <dgm:spPr>
        <a:xfrm>
          <a:off x="67603" y="1310584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3" custLinFactNeighborX="12668"/>
      <dgm:spPr>
        <a:xfrm>
          <a:off x="67603" y="1685870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C946521-FB7B-4DE0-BC9A-7A6CD9274A58}" type="presOf" srcId="{FEAD6694-2815-43B0-BCF3-EB0AE7C6FBC6}" destId="{83B96A65-31B0-4C7E-AB20-7A5ED48C96C8}" srcOrd="0" destOrd="0" presId="urn:microsoft.com/office/officeart/2008/layout/SquareAccentList"/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F0CD0191-4DBA-4F72-B5D9-B557BFB6DA92}" type="presOf" srcId="{BCF02C40-B619-4EF7-AC90-0E4472800E21}" destId="{B5DE6C18-4407-4DDF-938C-C274655E2C6B}" srcOrd="0" destOrd="0" presId="urn:microsoft.com/office/officeart/2008/layout/SquareAccentList"/>
    <dgm:cxn modelId="{6869A3AE-7C0B-48CC-B74A-3B3376AA64CE}" type="presOf" srcId="{6D639ECD-FDD3-4D73-8F80-7F76B6B32FE8}" destId="{ABE5A512-58C0-4E36-9321-670D1567DF7C}" srcOrd="0" destOrd="0" presId="urn:microsoft.com/office/officeart/2008/layout/SquareAccentList"/>
    <dgm:cxn modelId="{61B935B6-9F01-4197-8B13-1B9CAF34A05B}" type="presOf" srcId="{DF3E6FED-0869-4B1B-B1B6-2C11ADBE751D}" destId="{B4CDB793-F64A-4A93-935E-BBFB0086D1A3}" srcOrd="0" destOrd="0" presId="urn:microsoft.com/office/officeart/2008/layout/SquareAccentList"/>
    <dgm:cxn modelId="{427353CA-A37B-4558-A4F9-23ECDBA04A34}" type="presOf" srcId="{046BE239-EB71-47F3-872F-3482DDD3F4D7}" destId="{D37E6F76-314C-4D84-9673-01B055A307B0}" srcOrd="0" destOrd="0" presId="urn:microsoft.com/office/officeart/2008/layout/SquareAccentList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E8E75D83-2E29-44C8-9757-ECD242344A2E}" type="presParOf" srcId="{B4CDB793-F64A-4A93-935E-BBFB0086D1A3}" destId="{2BF407D5-60F0-40DD-A50B-4DC2D20E217C}" srcOrd="0" destOrd="0" presId="urn:microsoft.com/office/officeart/2008/layout/SquareAccentList"/>
    <dgm:cxn modelId="{9A8E9FAA-2DB0-472E-9B87-070964C3DEE2}" type="presParOf" srcId="{2BF407D5-60F0-40DD-A50B-4DC2D20E217C}" destId="{17699024-A7EB-44AE-8360-8B8ECCEB8AB8}" srcOrd="0" destOrd="0" presId="urn:microsoft.com/office/officeart/2008/layout/SquareAccentList"/>
    <dgm:cxn modelId="{157D56C3-B4B1-44B6-A6DF-61AF89E38037}" type="presParOf" srcId="{17699024-A7EB-44AE-8360-8B8ECCEB8AB8}" destId="{8FF7B9ED-EE59-4AED-8936-E0DF3B020E24}" srcOrd="0" destOrd="0" presId="urn:microsoft.com/office/officeart/2008/layout/SquareAccentList"/>
    <dgm:cxn modelId="{54523479-2F00-4EDB-8CE3-EDE1DBA62B0E}" type="presParOf" srcId="{17699024-A7EB-44AE-8360-8B8ECCEB8AB8}" destId="{97F1A34A-801D-44E1-9D1F-1DD1BC5AD585}" srcOrd="1" destOrd="0" presId="urn:microsoft.com/office/officeart/2008/layout/SquareAccentList"/>
    <dgm:cxn modelId="{2B1E4E44-0CD0-46B3-8E2F-56672564B2EA}" type="presParOf" srcId="{17699024-A7EB-44AE-8360-8B8ECCEB8AB8}" destId="{83B96A65-31B0-4C7E-AB20-7A5ED48C96C8}" srcOrd="2" destOrd="0" presId="urn:microsoft.com/office/officeart/2008/layout/SquareAccentList"/>
    <dgm:cxn modelId="{9D175541-5F84-4342-A52C-973A23749771}" type="presParOf" srcId="{2BF407D5-60F0-40DD-A50B-4DC2D20E217C}" destId="{B0D9C056-B41F-4A69-8BDA-1AD84646E187}" srcOrd="1" destOrd="0" presId="urn:microsoft.com/office/officeart/2008/layout/SquareAccentList"/>
    <dgm:cxn modelId="{0CF7F22F-E25F-45CC-AE6B-E901BD91E8ED}" type="presParOf" srcId="{B0D9C056-B41F-4A69-8BDA-1AD84646E187}" destId="{2D95AFAE-9229-4CE1-9696-14F2C0A3C111}" srcOrd="0" destOrd="0" presId="urn:microsoft.com/office/officeart/2008/layout/SquareAccentList"/>
    <dgm:cxn modelId="{567D7392-4F53-4D59-86E1-94C22CB1C05D}" type="presParOf" srcId="{2D95AFAE-9229-4CE1-9696-14F2C0A3C111}" destId="{F4DC0E9E-C257-4FDB-AD63-E3C0DD58425C}" srcOrd="0" destOrd="0" presId="urn:microsoft.com/office/officeart/2008/layout/SquareAccentList"/>
    <dgm:cxn modelId="{AA7B46CD-E718-4D5C-A27A-F6569754AA7C}" type="presParOf" srcId="{2D95AFAE-9229-4CE1-9696-14F2C0A3C111}" destId="{B5DE6C18-4407-4DDF-938C-C274655E2C6B}" srcOrd="1" destOrd="0" presId="urn:microsoft.com/office/officeart/2008/layout/SquareAccentList"/>
    <dgm:cxn modelId="{CEB54DF9-D0A4-429C-93DD-836E08F7245D}" type="presParOf" srcId="{B0D9C056-B41F-4A69-8BDA-1AD84646E187}" destId="{5435C5C3-87E1-4B57-BDFA-289EC1717CA1}" srcOrd="1" destOrd="0" presId="urn:microsoft.com/office/officeart/2008/layout/SquareAccentList"/>
    <dgm:cxn modelId="{5541336B-D0DF-4E21-A30D-B665E609EF88}" type="presParOf" srcId="{5435C5C3-87E1-4B57-BDFA-289EC1717CA1}" destId="{3BA6750B-7C19-4BE5-9DA4-EB5762DC6EA5}" srcOrd="0" destOrd="0" presId="urn:microsoft.com/office/officeart/2008/layout/SquareAccentList"/>
    <dgm:cxn modelId="{A28479BD-CA22-4134-85A4-755CD94E09F1}" type="presParOf" srcId="{5435C5C3-87E1-4B57-BDFA-289EC1717CA1}" destId="{D37E6F76-314C-4D84-9673-01B055A307B0}" srcOrd="1" destOrd="0" presId="urn:microsoft.com/office/officeart/2008/layout/SquareAccentList"/>
    <dgm:cxn modelId="{C873CE28-08FC-44F3-BE79-F3AF91325D6A}" type="presParOf" srcId="{B0D9C056-B41F-4A69-8BDA-1AD84646E187}" destId="{F63F3F8C-415E-4DA4-A817-6652EA9DD6D7}" srcOrd="2" destOrd="0" presId="urn:microsoft.com/office/officeart/2008/layout/SquareAccentList"/>
    <dgm:cxn modelId="{DF28090F-663C-405E-9860-5D2E573154F3}" type="presParOf" srcId="{F63F3F8C-415E-4DA4-A817-6652EA9DD6D7}" destId="{F428CB9C-0BC7-41E0-BD50-213035FB45C7}" srcOrd="0" destOrd="0" presId="urn:microsoft.com/office/officeart/2008/layout/SquareAccentList"/>
    <dgm:cxn modelId="{BCFB7B19-F1BA-473A-A190-2E0CF8062B00}" type="presParOf" srcId="{F63F3F8C-415E-4DA4-A817-6652EA9DD6D7}" destId="{ABE5A512-58C0-4E36-9321-670D1567DF7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sz="24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046BE239-EB71-47F3-872F-3482DDD3F4D7}">
      <dgm:prSet phldrT="[Text]"/>
      <dgm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6D639ECD-FDD3-4D73-8F80-7F76B6B32FE8}">
      <dgm:prSet phldrT="[Text]"/>
      <dgm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CF02C40-B619-4EF7-AC90-0E4472800E21}">
      <dgm:prSet phldrT="[Text]"/>
      <dgm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r>
            <a:rPr lang="en-GB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>
            <a:solidFill>
              <a:schemeClr val="accent6">
                <a:lumMod val="50000"/>
              </a:schemeClr>
            </a:solidFill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gm:spPr>
    </dgm:pt>
    <dgm:pt modelId="{83B96A65-31B0-4C7E-AB20-7A5ED48C96C8}" type="pres">
      <dgm:prSet presAssocID="{FEAD6694-2815-43B0-BCF3-EB0AE7C6FBC6}" presName="Parent" presStyleLbl="revTx" presStyleIdx="0" presStyleCnt="4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3"/>
      <dgm:spPr>
        <a:xfrm>
          <a:off x="47208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3"/>
      <dgm:spPr>
        <a:xfrm>
          <a:off x="47208" y="1310584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3"/>
      <dgm:spPr>
        <a:xfrm>
          <a:off x="47208" y="1685870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AE18896F-511F-4F11-93DD-D53498572499}" type="presOf" srcId="{BCF02C40-B619-4EF7-AC90-0E4472800E21}" destId="{B5DE6C18-4407-4DDF-938C-C274655E2C6B}" srcOrd="0" destOrd="0" presId="urn:microsoft.com/office/officeart/2008/layout/SquareAccentList"/>
    <dgm:cxn modelId="{A3474171-8655-4A05-BC3F-9E3824F84B4C}" type="presOf" srcId="{046BE239-EB71-47F3-872F-3482DDD3F4D7}" destId="{D37E6F76-314C-4D84-9673-01B055A307B0}" srcOrd="0" destOrd="0" presId="urn:microsoft.com/office/officeart/2008/layout/SquareAccentList"/>
    <dgm:cxn modelId="{176A337E-F316-43B9-8388-62FFC66F8252}" type="presOf" srcId="{DF3E6FED-0869-4B1B-B1B6-2C11ADBE751D}" destId="{B4CDB793-F64A-4A93-935E-BBFB0086D1A3}" srcOrd="0" destOrd="0" presId="urn:microsoft.com/office/officeart/2008/layout/SquareAccentList"/>
    <dgm:cxn modelId="{7622308B-E201-434D-9982-4B5E6D76153C}" type="presOf" srcId="{FEAD6694-2815-43B0-BCF3-EB0AE7C6FBC6}" destId="{83B96A65-31B0-4C7E-AB20-7A5ED48C96C8}" srcOrd="0" destOrd="0" presId="urn:microsoft.com/office/officeart/2008/layout/SquareAccentList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F1CEB6E5-35C4-4B44-9A01-78AA81E8DBF6}" type="presOf" srcId="{6D639ECD-FDD3-4D73-8F80-7F76B6B32FE8}" destId="{ABE5A512-58C0-4E36-9321-670D1567DF7C}" srcOrd="0" destOrd="0" presId="urn:microsoft.com/office/officeart/2008/layout/SquareAccentList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A3ECE883-8BD9-405B-B345-356A8ED11FA9}" type="presParOf" srcId="{B4CDB793-F64A-4A93-935E-BBFB0086D1A3}" destId="{2BF407D5-60F0-40DD-A50B-4DC2D20E217C}" srcOrd="0" destOrd="0" presId="urn:microsoft.com/office/officeart/2008/layout/SquareAccentList"/>
    <dgm:cxn modelId="{BBCA9895-E77E-42F4-8157-7BD6F17117E9}" type="presParOf" srcId="{2BF407D5-60F0-40DD-A50B-4DC2D20E217C}" destId="{17699024-A7EB-44AE-8360-8B8ECCEB8AB8}" srcOrd="0" destOrd="0" presId="urn:microsoft.com/office/officeart/2008/layout/SquareAccentList"/>
    <dgm:cxn modelId="{DDCF5850-D24B-4ABD-8833-4F159D62B7C7}" type="presParOf" srcId="{17699024-A7EB-44AE-8360-8B8ECCEB8AB8}" destId="{8FF7B9ED-EE59-4AED-8936-E0DF3B020E24}" srcOrd="0" destOrd="0" presId="urn:microsoft.com/office/officeart/2008/layout/SquareAccentList"/>
    <dgm:cxn modelId="{74888B0D-499C-4AC5-99DB-5E2777D7096A}" type="presParOf" srcId="{17699024-A7EB-44AE-8360-8B8ECCEB8AB8}" destId="{97F1A34A-801D-44E1-9D1F-1DD1BC5AD585}" srcOrd="1" destOrd="0" presId="urn:microsoft.com/office/officeart/2008/layout/SquareAccentList"/>
    <dgm:cxn modelId="{A9715B3F-1ED6-4BAD-A0EE-3C00940D53F4}" type="presParOf" srcId="{17699024-A7EB-44AE-8360-8B8ECCEB8AB8}" destId="{83B96A65-31B0-4C7E-AB20-7A5ED48C96C8}" srcOrd="2" destOrd="0" presId="urn:microsoft.com/office/officeart/2008/layout/SquareAccentList"/>
    <dgm:cxn modelId="{C24B67B0-2B30-4E81-A369-DAC01A56AB0B}" type="presParOf" srcId="{2BF407D5-60F0-40DD-A50B-4DC2D20E217C}" destId="{B0D9C056-B41F-4A69-8BDA-1AD84646E187}" srcOrd="1" destOrd="0" presId="urn:microsoft.com/office/officeart/2008/layout/SquareAccentList"/>
    <dgm:cxn modelId="{A9B9C102-6938-47E8-BB4B-469A06A242DF}" type="presParOf" srcId="{B0D9C056-B41F-4A69-8BDA-1AD84646E187}" destId="{2D95AFAE-9229-4CE1-9696-14F2C0A3C111}" srcOrd="0" destOrd="0" presId="urn:microsoft.com/office/officeart/2008/layout/SquareAccentList"/>
    <dgm:cxn modelId="{98F8968E-E37F-4084-9411-FF7FB46C649F}" type="presParOf" srcId="{2D95AFAE-9229-4CE1-9696-14F2C0A3C111}" destId="{F4DC0E9E-C257-4FDB-AD63-E3C0DD58425C}" srcOrd="0" destOrd="0" presId="urn:microsoft.com/office/officeart/2008/layout/SquareAccentList"/>
    <dgm:cxn modelId="{93AA4035-82B0-49A6-85AD-505671DEEFBC}" type="presParOf" srcId="{2D95AFAE-9229-4CE1-9696-14F2C0A3C111}" destId="{B5DE6C18-4407-4DDF-938C-C274655E2C6B}" srcOrd="1" destOrd="0" presId="urn:microsoft.com/office/officeart/2008/layout/SquareAccentList"/>
    <dgm:cxn modelId="{3BF79A8F-CB2D-489A-9795-12245B41B4AA}" type="presParOf" srcId="{B0D9C056-B41F-4A69-8BDA-1AD84646E187}" destId="{5435C5C3-87E1-4B57-BDFA-289EC1717CA1}" srcOrd="1" destOrd="0" presId="urn:microsoft.com/office/officeart/2008/layout/SquareAccentList"/>
    <dgm:cxn modelId="{7920EB68-F395-4904-BDEE-5585F532B457}" type="presParOf" srcId="{5435C5C3-87E1-4B57-BDFA-289EC1717CA1}" destId="{3BA6750B-7C19-4BE5-9DA4-EB5762DC6EA5}" srcOrd="0" destOrd="0" presId="urn:microsoft.com/office/officeart/2008/layout/SquareAccentList"/>
    <dgm:cxn modelId="{CF3CCEF1-621B-41E0-A885-58F6D60CDB3F}" type="presParOf" srcId="{5435C5C3-87E1-4B57-BDFA-289EC1717CA1}" destId="{D37E6F76-314C-4D84-9673-01B055A307B0}" srcOrd="1" destOrd="0" presId="urn:microsoft.com/office/officeart/2008/layout/SquareAccentList"/>
    <dgm:cxn modelId="{076DADD8-1285-4E1C-AA53-BFC37FA2DF5C}" type="presParOf" srcId="{B0D9C056-B41F-4A69-8BDA-1AD84646E187}" destId="{F63F3F8C-415E-4DA4-A817-6652EA9DD6D7}" srcOrd="2" destOrd="0" presId="urn:microsoft.com/office/officeart/2008/layout/SquareAccentList"/>
    <dgm:cxn modelId="{E3CC873E-BA6A-4EAE-A94D-02E973481DB9}" type="presParOf" srcId="{F63F3F8C-415E-4DA4-A817-6652EA9DD6D7}" destId="{F428CB9C-0BC7-41E0-BD50-213035FB45C7}" srcOrd="0" destOrd="0" presId="urn:microsoft.com/office/officeart/2008/layout/SquareAccentList"/>
    <dgm:cxn modelId="{3C445ACA-8269-4024-B3B0-A4BC3C36A2C9}" type="presParOf" srcId="{F63F3F8C-415E-4DA4-A817-6652EA9DD6D7}" destId="{ABE5A512-58C0-4E36-9321-670D1567DF7C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/>
      <dgm:t>
        <a:bodyPr/>
        <a:lstStyle/>
        <a:p>
          <a:r>
            <a:rPr lang="en-GB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6BE239-EB71-47F3-872F-3482DDD3F4D7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639ECD-FDD3-4D73-8F80-7F76B6B32FE8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02C40-B619-4EF7-AC90-0E4472800E21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335757-2D31-4148-A8A1-3EC404F6FA6F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gm:t>
    </dgm:pt>
    <dgm:pt modelId="{6F306F5F-412E-4287-9844-25FBC3954F04}" type="par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CCB95E-0492-4E3C-BF6D-BAE7CD70CC72}" type="sib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noFill/>
        <a:ln>
          <a:noFill/>
        </a:ln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noFill/>
        <a:ln>
          <a:noFill/>
        </a:ln>
      </dgm:spPr>
    </dgm:pt>
    <dgm:pt modelId="{83B96A65-31B0-4C7E-AB20-7A5ED48C96C8}" type="pres">
      <dgm:prSet presAssocID="{FEAD6694-2815-43B0-BCF3-EB0AE7C6FBC6}" presName="Parent" presStyleLbl="revTx" presStyleIdx="0" presStyleCnt="5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4"/>
      <dgm:spPr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4"/>
      <dgm:spPr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8796FC9-14DB-4941-9CD6-F6C345BD4747}" type="pres">
      <dgm:prSet presAssocID="{81335757-2D31-4148-A8A1-3EC404F6FA6F}" presName="childComposite" presStyleCnt="0">
        <dgm:presLayoutVars>
          <dgm:chMax val="0"/>
          <dgm:chPref val="0"/>
        </dgm:presLayoutVars>
      </dgm:prSet>
      <dgm:spPr/>
    </dgm:pt>
    <dgm:pt modelId="{022B9A8C-17E2-4962-B000-2E0C30E178D0}" type="pres">
      <dgm:prSet presAssocID="{81335757-2D31-4148-A8A1-3EC404F6FA6F}" presName="ChildAccent" presStyleLbl="solidFgAcc1" presStyleIdx="3" presStyleCnt="4"/>
      <dgm:spPr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42CCB239-02A3-44ED-AAB8-A3F218DD55F5}" type="pres">
      <dgm:prSet presAssocID="{81335757-2D31-4148-A8A1-3EC404F6FA6F}" presName="Child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AA93541E-DCFA-428C-B040-03AC388B012C}" type="presOf" srcId="{BCF02C40-B619-4EF7-AC90-0E4472800E21}" destId="{B5DE6C18-4407-4DDF-938C-C274655E2C6B}" srcOrd="0" destOrd="0" presId="urn:microsoft.com/office/officeart/2008/layout/SquareAccentList"/>
    <dgm:cxn modelId="{93480033-569A-43E6-BA0B-7B60B4DF90E7}" type="presOf" srcId="{81335757-2D31-4148-A8A1-3EC404F6FA6F}" destId="{42CCB239-02A3-44ED-AAB8-A3F218DD55F5}" srcOrd="0" destOrd="0" presId="urn:microsoft.com/office/officeart/2008/layout/SquareAccentList"/>
    <dgm:cxn modelId="{5306ED37-5390-4E0B-B3D9-C85AD8151501}" type="presOf" srcId="{046BE239-EB71-47F3-872F-3482DDD3F4D7}" destId="{D37E6F76-314C-4D84-9673-01B055A307B0}" srcOrd="0" destOrd="0" presId="urn:microsoft.com/office/officeart/2008/layout/SquareAccentList"/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1FB82674-5444-4403-8108-EE3DB792D1E8}" type="presOf" srcId="{FEAD6694-2815-43B0-BCF3-EB0AE7C6FBC6}" destId="{83B96A65-31B0-4C7E-AB20-7A5ED48C96C8}" srcOrd="0" destOrd="0" presId="urn:microsoft.com/office/officeart/2008/layout/SquareAccentList"/>
    <dgm:cxn modelId="{FE5F567D-FE29-42A5-9B1B-E94CED1A0D2A}" srcId="{FEAD6694-2815-43B0-BCF3-EB0AE7C6FBC6}" destId="{81335757-2D31-4148-A8A1-3EC404F6FA6F}" srcOrd="3" destOrd="0" parTransId="{6F306F5F-412E-4287-9844-25FBC3954F04}" sibTransId="{D6CCB95E-0492-4E3C-BF6D-BAE7CD70CC72}"/>
    <dgm:cxn modelId="{B07F38C5-0966-4818-9FBB-94D29BC25FBC}" type="presOf" srcId="{6D639ECD-FDD3-4D73-8F80-7F76B6B32FE8}" destId="{ABE5A512-58C0-4E36-9321-670D1567DF7C}" srcOrd="0" destOrd="0" presId="urn:microsoft.com/office/officeart/2008/layout/SquareAccentList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DB19CCFF-1ED1-4887-8E90-2416E0618C7A}" type="presOf" srcId="{DF3E6FED-0869-4B1B-B1B6-2C11ADBE751D}" destId="{B4CDB793-F64A-4A93-935E-BBFB0086D1A3}" srcOrd="0" destOrd="0" presId="urn:microsoft.com/office/officeart/2008/layout/SquareAccentList"/>
    <dgm:cxn modelId="{E2F2D155-D22F-4770-9FAD-BE83A830035D}" type="presParOf" srcId="{B4CDB793-F64A-4A93-935E-BBFB0086D1A3}" destId="{2BF407D5-60F0-40DD-A50B-4DC2D20E217C}" srcOrd="0" destOrd="0" presId="urn:microsoft.com/office/officeart/2008/layout/SquareAccentList"/>
    <dgm:cxn modelId="{27F5556A-E7C1-4981-B527-10ED7C280D24}" type="presParOf" srcId="{2BF407D5-60F0-40DD-A50B-4DC2D20E217C}" destId="{17699024-A7EB-44AE-8360-8B8ECCEB8AB8}" srcOrd="0" destOrd="0" presId="urn:microsoft.com/office/officeart/2008/layout/SquareAccentList"/>
    <dgm:cxn modelId="{601E47EF-69FC-4613-85F8-3EB0C24CEFDA}" type="presParOf" srcId="{17699024-A7EB-44AE-8360-8B8ECCEB8AB8}" destId="{8FF7B9ED-EE59-4AED-8936-E0DF3B020E24}" srcOrd="0" destOrd="0" presId="urn:microsoft.com/office/officeart/2008/layout/SquareAccentList"/>
    <dgm:cxn modelId="{81687CD0-893A-4A12-92BD-BA1F7895D240}" type="presParOf" srcId="{17699024-A7EB-44AE-8360-8B8ECCEB8AB8}" destId="{97F1A34A-801D-44E1-9D1F-1DD1BC5AD585}" srcOrd="1" destOrd="0" presId="urn:microsoft.com/office/officeart/2008/layout/SquareAccentList"/>
    <dgm:cxn modelId="{6880CBC1-8C63-47F2-8E4A-E3F013364740}" type="presParOf" srcId="{17699024-A7EB-44AE-8360-8B8ECCEB8AB8}" destId="{83B96A65-31B0-4C7E-AB20-7A5ED48C96C8}" srcOrd="2" destOrd="0" presId="urn:microsoft.com/office/officeart/2008/layout/SquareAccentList"/>
    <dgm:cxn modelId="{018AC056-1E2C-446A-A4BD-C7E1EF0C83AF}" type="presParOf" srcId="{2BF407D5-60F0-40DD-A50B-4DC2D20E217C}" destId="{B0D9C056-B41F-4A69-8BDA-1AD84646E187}" srcOrd="1" destOrd="0" presId="urn:microsoft.com/office/officeart/2008/layout/SquareAccentList"/>
    <dgm:cxn modelId="{40A051F6-0CE2-4C0F-86B7-9C5E420B67B3}" type="presParOf" srcId="{B0D9C056-B41F-4A69-8BDA-1AD84646E187}" destId="{2D95AFAE-9229-4CE1-9696-14F2C0A3C111}" srcOrd="0" destOrd="0" presId="urn:microsoft.com/office/officeart/2008/layout/SquareAccentList"/>
    <dgm:cxn modelId="{8AF63C3C-87D5-4980-A46E-A602F68DBDC4}" type="presParOf" srcId="{2D95AFAE-9229-4CE1-9696-14F2C0A3C111}" destId="{F4DC0E9E-C257-4FDB-AD63-E3C0DD58425C}" srcOrd="0" destOrd="0" presId="urn:microsoft.com/office/officeart/2008/layout/SquareAccentList"/>
    <dgm:cxn modelId="{902DF055-B161-45D1-B716-2AFB2B6FDE3E}" type="presParOf" srcId="{2D95AFAE-9229-4CE1-9696-14F2C0A3C111}" destId="{B5DE6C18-4407-4DDF-938C-C274655E2C6B}" srcOrd="1" destOrd="0" presId="urn:microsoft.com/office/officeart/2008/layout/SquareAccentList"/>
    <dgm:cxn modelId="{FBA92A46-56C8-40AF-B455-2426FA7214A3}" type="presParOf" srcId="{B0D9C056-B41F-4A69-8BDA-1AD84646E187}" destId="{5435C5C3-87E1-4B57-BDFA-289EC1717CA1}" srcOrd="1" destOrd="0" presId="urn:microsoft.com/office/officeart/2008/layout/SquareAccentList"/>
    <dgm:cxn modelId="{08AAD99A-43C1-4A26-A6E5-BA6B5C5599E9}" type="presParOf" srcId="{5435C5C3-87E1-4B57-BDFA-289EC1717CA1}" destId="{3BA6750B-7C19-4BE5-9DA4-EB5762DC6EA5}" srcOrd="0" destOrd="0" presId="urn:microsoft.com/office/officeart/2008/layout/SquareAccentList"/>
    <dgm:cxn modelId="{02CDB55D-ED0C-4074-BE35-2795CB239AF3}" type="presParOf" srcId="{5435C5C3-87E1-4B57-BDFA-289EC1717CA1}" destId="{D37E6F76-314C-4D84-9673-01B055A307B0}" srcOrd="1" destOrd="0" presId="urn:microsoft.com/office/officeart/2008/layout/SquareAccentList"/>
    <dgm:cxn modelId="{B949987A-BC34-4FAE-A0E8-CDABC779EAC7}" type="presParOf" srcId="{B0D9C056-B41F-4A69-8BDA-1AD84646E187}" destId="{F63F3F8C-415E-4DA4-A817-6652EA9DD6D7}" srcOrd="2" destOrd="0" presId="urn:microsoft.com/office/officeart/2008/layout/SquareAccentList"/>
    <dgm:cxn modelId="{223E60BC-69F1-4826-A295-775282B9186F}" type="presParOf" srcId="{F63F3F8C-415E-4DA4-A817-6652EA9DD6D7}" destId="{F428CB9C-0BC7-41E0-BD50-213035FB45C7}" srcOrd="0" destOrd="0" presId="urn:microsoft.com/office/officeart/2008/layout/SquareAccentList"/>
    <dgm:cxn modelId="{C610B856-BB84-4C6D-A1A7-98156A1A06CD}" type="presParOf" srcId="{F63F3F8C-415E-4DA4-A817-6652EA9DD6D7}" destId="{ABE5A512-58C0-4E36-9321-670D1567DF7C}" srcOrd="1" destOrd="0" presId="urn:microsoft.com/office/officeart/2008/layout/SquareAccentList"/>
    <dgm:cxn modelId="{0CFC9D84-EA8E-433E-91BB-F4BC8D8FF003}" type="presParOf" srcId="{B0D9C056-B41F-4A69-8BDA-1AD84646E187}" destId="{A8796FC9-14DB-4941-9CD6-F6C345BD4747}" srcOrd="3" destOrd="0" presId="urn:microsoft.com/office/officeart/2008/layout/SquareAccentList"/>
    <dgm:cxn modelId="{C991149C-94CC-4744-8BDF-26959392FD06}" type="presParOf" srcId="{A8796FC9-14DB-4941-9CD6-F6C345BD4747}" destId="{022B9A8C-17E2-4962-B000-2E0C30E178D0}" srcOrd="0" destOrd="0" presId="urn:microsoft.com/office/officeart/2008/layout/SquareAccentList"/>
    <dgm:cxn modelId="{CC544AEC-AFCE-4ABF-8A6A-55F304D4B6B4}" type="presParOf" srcId="{A8796FC9-14DB-4941-9CD6-F6C345BD4747}" destId="{42CCB239-02A3-44ED-AAB8-A3F218DD55F5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/>
      <dgm:t>
        <a:bodyPr/>
        <a:lstStyle/>
        <a:p>
          <a:r>
            <a:rPr lang="en-GB" sz="2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6BE239-EB71-47F3-872F-3482DDD3F4D7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639ECD-FDD3-4D73-8F80-7F76B6B32FE8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02C40-B619-4EF7-AC90-0E4472800E21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335757-2D31-4148-A8A1-3EC404F6FA6F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gm:t>
    </dgm:pt>
    <dgm:pt modelId="{6F306F5F-412E-4287-9844-25FBC3954F04}" type="par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CCB95E-0492-4E3C-BF6D-BAE7CD70CC72}" type="sib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noFill/>
        <a:ln>
          <a:noFill/>
        </a:ln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noFill/>
        <a:ln>
          <a:noFill/>
        </a:ln>
      </dgm:spPr>
    </dgm:pt>
    <dgm:pt modelId="{83B96A65-31B0-4C7E-AB20-7A5ED48C96C8}" type="pres">
      <dgm:prSet presAssocID="{FEAD6694-2815-43B0-BCF3-EB0AE7C6FBC6}" presName="Parent" presStyleLbl="revTx" presStyleIdx="0" presStyleCnt="5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4"/>
      <dgm:spPr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8796FC9-14DB-4941-9CD6-F6C345BD4747}" type="pres">
      <dgm:prSet presAssocID="{81335757-2D31-4148-A8A1-3EC404F6FA6F}" presName="childComposite" presStyleCnt="0">
        <dgm:presLayoutVars>
          <dgm:chMax val="0"/>
          <dgm:chPref val="0"/>
        </dgm:presLayoutVars>
      </dgm:prSet>
      <dgm:spPr/>
    </dgm:pt>
    <dgm:pt modelId="{022B9A8C-17E2-4962-B000-2E0C30E178D0}" type="pres">
      <dgm:prSet presAssocID="{81335757-2D31-4148-A8A1-3EC404F6FA6F}" presName="ChildAccent" presStyleLbl="solidFgAcc1" presStyleIdx="3" presStyleCnt="4"/>
      <dgm:spPr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42CCB239-02A3-44ED-AAB8-A3F218DD55F5}" type="pres">
      <dgm:prSet presAssocID="{81335757-2D31-4148-A8A1-3EC404F6FA6F}" presName="Child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B836A500-B190-4FCA-82EF-80D9BE48FBC6}" type="presOf" srcId="{BCF02C40-B619-4EF7-AC90-0E4472800E21}" destId="{B5DE6C18-4407-4DDF-938C-C274655E2C6B}" srcOrd="0" destOrd="0" presId="urn:microsoft.com/office/officeart/2008/layout/SquareAccentList"/>
    <dgm:cxn modelId="{7B7E5A28-9522-4C97-9473-A31B2798317C}" type="presOf" srcId="{6D639ECD-FDD3-4D73-8F80-7F76B6B32FE8}" destId="{ABE5A512-58C0-4E36-9321-670D1567DF7C}" srcOrd="0" destOrd="0" presId="urn:microsoft.com/office/officeart/2008/layout/SquareAccentList"/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57C23871-844B-4F0A-A975-BD5F199D5AC0}" type="presOf" srcId="{DF3E6FED-0869-4B1B-B1B6-2C11ADBE751D}" destId="{B4CDB793-F64A-4A93-935E-BBFB0086D1A3}" srcOrd="0" destOrd="0" presId="urn:microsoft.com/office/officeart/2008/layout/SquareAccentList"/>
    <dgm:cxn modelId="{FE5F567D-FE29-42A5-9B1B-E94CED1A0D2A}" srcId="{FEAD6694-2815-43B0-BCF3-EB0AE7C6FBC6}" destId="{81335757-2D31-4148-A8A1-3EC404F6FA6F}" srcOrd="3" destOrd="0" parTransId="{6F306F5F-412E-4287-9844-25FBC3954F04}" sibTransId="{D6CCB95E-0492-4E3C-BF6D-BAE7CD70CC72}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3B33F8EF-5C9E-4609-AD58-497DDDF71F11}" type="presOf" srcId="{046BE239-EB71-47F3-872F-3482DDD3F4D7}" destId="{D37E6F76-314C-4D84-9673-01B055A307B0}" srcOrd="0" destOrd="0" presId="urn:microsoft.com/office/officeart/2008/layout/SquareAccentList"/>
    <dgm:cxn modelId="{7920FDF0-40AB-4458-BE98-EE9CFEFCFD18}" type="presOf" srcId="{FEAD6694-2815-43B0-BCF3-EB0AE7C6FBC6}" destId="{83B96A65-31B0-4C7E-AB20-7A5ED48C96C8}" srcOrd="0" destOrd="0" presId="urn:microsoft.com/office/officeart/2008/layout/SquareAccentList"/>
    <dgm:cxn modelId="{ED2206F1-106B-40E2-822B-61DF6BE7BEFC}" type="presOf" srcId="{81335757-2D31-4148-A8A1-3EC404F6FA6F}" destId="{42CCB239-02A3-44ED-AAB8-A3F218DD55F5}" srcOrd="0" destOrd="0" presId="urn:microsoft.com/office/officeart/2008/layout/SquareAccentList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A5B60868-1CD9-43B1-9CF7-7DD539E0EEA9}" type="presParOf" srcId="{B4CDB793-F64A-4A93-935E-BBFB0086D1A3}" destId="{2BF407D5-60F0-40DD-A50B-4DC2D20E217C}" srcOrd="0" destOrd="0" presId="urn:microsoft.com/office/officeart/2008/layout/SquareAccentList"/>
    <dgm:cxn modelId="{A8EFF4F4-EBCF-482D-8991-391D9E4D1BFF}" type="presParOf" srcId="{2BF407D5-60F0-40DD-A50B-4DC2D20E217C}" destId="{17699024-A7EB-44AE-8360-8B8ECCEB8AB8}" srcOrd="0" destOrd="0" presId="urn:microsoft.com/office/officeart/2008/layout/SquareAccentList"/>
    <dgm:cxn modelId="{8C1B9A6D-5781-4122-9EA0-B4C77DCB2124}" type="presParOf" srcId="{17699024-A7EB-44AE-8360-8B8ECCEB8AB8}" destId="{8FF7B9ED-EE59-4AED-8936-E0DF3B020E24}" srcOrd="0" destOrd="0" presId="urn:microsoft.com/office/officeart/2008/layout/SquareAccentList"/>
    <dgm:cxn modelId="{A8D5288A-398D-487F-8262-19750F9B43AA}" type="presParOf" srcId="{17699024-A7EB-44AE-8360-8B8ECCEB8AB8}" destId="{97F1A34A-801D-44E1-9D1F-1DD1BC5AD585}" srcOrd="1" destOrd="0" presId="urn:microsoft.com/office/officeart/2008/layout/SquareAccentList"/>
    <dgm:cxn modelId="{C5A14246-A18D-45A0-86AB-AAD2C007AF05}" type="presParOf" srcId="{17699024-A7EB-44AE-8360-8B8ECCEB8AB8}" destId="{83B96A65-31B0-4C7E-AB20-7A5ED48C96C8}" srcOrd="2" destOrd="0" presId="urn:microsoft.com/office/officeart/2008/layout/SquareAccentList"/>
    <dgm:cxn modelId="{779BB188-4C5D-4E7A-92BA-391414F55A27}" type="presParOf" srcId="{2BF407D5-60F0-40DD-A50B-4DC2D20E217C}" destId="{B0D9C056-B41F-4A69-8BDA-1AD84646E187}" srcOrd="1" destOrd="0" presId="urn:microsoft.com/office/officeart/2008/layout/SquareAccentList"/>
    <dgm:cxn modelId="{54547207-CA89-464E-A3F7-25C9B42AEA11}" type="presParOf" srcId="{B0D9C056-B41F-4A69-8BDA-1AD84646E187}" destId="{2D95AFAE-9229-4CE1-9696-14F2C0A3C111}" srcOrd="0" destOrd="0" presId="urn:microsoft.com/office/officeart/2008/layout/SquareAccentList"/>
    <dgm:cxn modelId="{E85FEA3F-F5BA-4B67-9886-2B2BCFEB5915}" type="presParOf" srcId="{2D95AFAE-9229-4CE1-9696-14F2C0A3C111}" destId="{F4DC0E9E-C257-4FDB-AD63-E3C0DD58425C}" srcOrd="0" destOrd="0" presId="urn:microsoft.com/office/officeart/2008/layout/SquareAccentList"/>
    <dgm:cxn modelId="{C1103079-EC58-4ABB-BE1F-AA85169AD708}" type="presParOf" srcId="{2D95AFAE-9229-4CE1-9696-14F2C0A3C111}" destId="{B5DE6C18-4407-4DDF-938C-C274655E2C6B}" srcOrd="1" destOrd="0" presId="urn:microsoft.com/office/officeart/2008/layout/SquareAccentList"/>
    <dgm:cxn modelId="{68131CAD-ADE5-4EA6-827F-128025B2C938}" type="presParOf" srcId="{B0D9C056-B41F-4A69-8BDA-1AD84646E187}" destId="{5435C5C3-87E1-4B57-BDFA-289EC1717CA1}" srcOrd="1" destOrd="0" presId="urn:microsoft.com/office/officeart/2008/layout/SquareAccentList"/>
    <dgm:cxn modelId="{A64DF1CE-8D3F-4CFF-8C5F-C3F5C4A7F0A7}" type="presParOf" srcId="{5435C5C3-87E1-4B57-BDFA-289EC1717CA1}" destId="{3BA6750B-7C19-4BE5-9DA4-EB5762DC6EA5}" srcOrd="0" destOrd="0" presId="urn:microsoft.com/office/officeart/2008/layout/SquareAccentList"/>
    <dgm:cxn modelId="{885C4A3C-CD83-49D0-9A71-49D45681D9F5}" type="presParOf" srcId="{5435C5C3-87E1-4B57-BDFA-289EC1717CA1}" destId="{D37E6F76-314C-4D84-9673-01B055A307B0}" srcOrd="1" destOrd="0" presId="urn:microsoft.com/office/officeart/2008/layout/SquareAccentList"/>
    <dgm:cxn modelId="{E5E0A4E2-F454-44EE-A471-C3160921E209}" type="presParOf" srcId="{B0D9C056-B41F-4A69-8BDA-1AD84646E187}" destId="{F63F3F8C-415E-4DA4-A817-6652EA9DD6D7}" srcOrd="2" destOrd="0" presId="urn:microsoft.com/office/officeart/2008/layout/SquareAccentList"/>
    <dgm:cxn modelId="{B4AAE1F3-2326-4F66-8BE6-4256E994F5AC}" type="presParOf" srcId="{F63F3F8C-415E-4DA4-A817-6652EA9DD6D7}" destId="{F428CB9C-0BC7-41E0-BD50-213035FB45C7}" srcOrd="0" destOrd="0" presId="urn:microsoft.com/office/officeart/2008/layout/SquareAccentList"/>
    <dgm:cxn modelId="{D6F9959E-0BBE-4434-999A-03685AACDAD1}" type="presParOf" srcId="{F63F3F8C-415E-4DA4-A817-6652EA9DD6D7}" destId="{ABE5A512-58C0-4E36-9321-670D1567DF7C}" srcOrd="1" destOrd="0" presId="urn:microsoft.com/office/officeart/2008/layout/SquareAccentList"/>
    <dgm:cxn modelId="{FA187715-B908-461C-8F47-44DED1006619}" type="presParOf" srcId="{B0D9C056-B41F-4A69-8BDA-1AD84646E187}" destId="{A8796FC9-14DB-4941-9CD6-F6C345BD4747}" srcOrd="3" destOrd="0" presId="urn:microsoft.com/office/officeart/2008/layout/SquareAccentList"/>
    <dgm:cxn modelId="{7DF302B1-CE1D-4741-AADE-C61259FA8088}" type="presParOf" srcId="{A8796FC9-14DB-4941-9CD6-F6C345BD4747}" destId="{022B9A8C-17E2-4962-B000-2E0C30E178D0}" srcOrd="0" destOrd="0" presId="urn:microsoft.com/office/officeart/2008/layout/SquareAccentList"/>
    <dgm:cxn modelId="{ED72DC31-A45F-4A16-9467-F334C8C41409}" type="presParOf" srcId="{A8796FC9-14DB-4941-9CD6-F6C345BD4747}" destId="{42CCB239-02A3-44ED-AAB8-A3F218DD55F5}" srcOrd="1" destOrd="0" presId="urn:microsoft.com/office/officeart/2008/layout/SquareAccent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/>
      <dgm:t>
        <a:bodyPr/>
        <a:lstStyle/>
        <a:p>
          <a:r>
            <a:rPr lang="en-GB" sz="2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6BE239-EB71-47F3-872F-3482DDD3F4D7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639ECD-FDD3-4D73-8F80-7F76B6B32FE8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02C40-B619-4EF7-AC90-0E4472800E21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335757-2D31-4148-A8A1-3EC404F6FA6F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gm:t>
    </dgm:pt>
    <dgm:pt modelId="{6F306F5F-412E-4287-9844-25FBC3954F04}" type="par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CCB95E-0492-4E3C-BF6D-BAE7CD70CC72}" type="sib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noFill/>
        <a:ln>
          <a:noFill/>
        </a:ln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noFill/>
        <a:ln>
          <a:noFill/>
        </a:ln>
      </dgm:spPr>
    </dgm:pt>
    <dgm:pt modelId="{83B96A65-31B0-4C7E-AB20-7A5ED48C96C8}" type="pres">
      <dgm:prSet presAssocID="{FEAD6694-2815-43B0-BCF3-EB0AE7C6FBC6}" presName="Parent" presStyleLbl="revTx" presStyleIdx="0" presStyleCnt="5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8796FC9-14DB-4941-9CD6-F6C345BD4747}" type="pres">
      <dgm:prSet presAssocID="{81335757-2D31-4148-A8A1-3EC404F6FA6F}" presName="childComposite" presStyleCnt="0">
        <dgm:presLayoutVars>
          <dgm:chMax val="0"/>
          <dgm:chPref val="0"/>
        </dgm:presLayoutVars>
      </dgm:prSet>
      <dgm:spPr/>
    </dgm:pt>
    <dgm:pt modelId="{022B9A8C-17E2-4962-B000-2E0C30E178D0}" type="pres">
      <dgm:prSet presAssocID="{81335757-2D31-4148-A8A1-3EC404F6FA6F}" presName="ChildAccent" presStyleLbl="solidFgAcc1" presStyleIdx="3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42CCB239-02A3-44ED-AAB8-A3F218DD55F5}" type="pres">
      <dgm:prSet presAssocID="{81335757-2D31-4148-A8A1-3EC404F6FA6F}" presName="Child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975F7A3B-C343-417D-B39C-9320F079AC96}" type="presOf" srcId="{DF3E6FED-0869-4B1B-B1B6-2C11ADBE751D}" destId="{B4CDB793-F64A-4A93-935E-BBFB0086D1A3}" srcOrd="0" destOrd="0" presId="urn:microsoft.com/office/officeart/2008/layout/SquareAccentList"/>
    <dgm:cxn modelId="{7190013D-0CE8-4D48-AA0A-468F375D30A6}" type="presOf" srcId="{046BE239-EB71-47F3-872F-3482DDD3F4D7}" destId="{D37E6F76-314C-4D84-9673-01B055A307B0}" srcOrd="0" destOrd="0" presId="urn:microsoft.com/office/officeart/2008/layout/SquareAccentList"/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41562F43-78C0-4C7E-B012-86B80895F107}" type="presOf" srcId="{FEAD6694-2815-43B0-BCF3-EB0AE7C6FBC6}" destId="{83B96A65-31B0-4C7E-AB20-7A5ED48C96C8}" srcOrd="0" destOrd="0" presId="urn:microsoft.com/office/officeart/2008/layout/SquareAccentList"/>
    <dgm:cxn modelId="{FE5F567D-FE29-42A5-9B1B-E94CED1A0D2A}" srcId="{FEAD6694-2815-43B0-BCF3-EB0AE7C6FBC6}" destId="{81335757-2D31-4148-A8A1-3EC404F6FA6F}" srcOrd="3" destOrd="0" parTransId="{6F306F5F-412E-4287-9844-25FBC3954F04}" sibTransId="{D6CCB95E-0492-4E3C-BF6D-BAE7CD70CC72}"/>
    <dgm:cxn modelId="{ACC4988D-2240-434E-A669-3D1BFD7CC9FD}" type="presOf" srcId="{BCF02C40-B619-4EF7-AC90-0E4472800E21}" destId="{B5DE6C18-4407-4DDF-938C-C274655E2C6B}" srcOrd="0" destOrd="0" presId="urn:microsoft.com/office/officeart/2008/layout/SquareAccentList"/>
    <dgm:cxn modelId="{61987ABC-46E8-4C62-8DEA-E4CFAD5183D7}" type="presOf" srcId="{6D639ECD-FDD3-4D73-8F80-7F76B6B32FE8}" destId="{ABE5A512-58C0-4E36-9321-670D1567DF7C}" srcOrd="0" destOrd="0" presId="urn:microsoft.com/office/officeart/2008/layout/SquareAccentList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E072B6F0-C670-4373-BEAA-24FA3449C31E}" type="presOf" srcId="{81335757-2D31-4148-A8A1-3EC404F6FA6F}" destId="{42CCB239-02A3-44ED-AAB8-A3F218DD55F5}" srcOrd="0" destOrd="0" presId="urn:microsoft.com/office/officeart/2008/layout/SquareAccentList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47AE420B-3629-4594-97EF-EA7253D87292}" type="presParOf" srcId="{B4CDB793-F64A-4A93-935E-BBFB0086D1A3}" destId="{2BF407D5-60F0-40DD-A50B-4DC2D20E217C}" srcOrd="0" destOrd="0" presId="urn:microsoft.com/office/officeart/2008/layout/SquareAccentList"/>
    <dgm:cxn modelId="{A27C5DFE-0B34-4543-9A0E-456B37E3FA0B}" type="presParOf" srcId="{2BF407D5-60F0-40DD-A50B-4DC2D20E217C}" destId="{17699024-A7EB-44AE-8360-8B8ECCEB8AB8}" srcOrd="0" destOrd="0" presId="urn:microsoft.com/office/officeart/2008/layout/SquareAccentList"/>
    <dgm:cxn modelId="{25FEFA77-27A1-489B-B5B7-49D0FD0AFC2D}" type="presParOf" srcId="{17699024-A7EB-44AE-8360-8B8ECCEB8AB8}" destId="{8FF7B9ED-EE59-4AED-8936-E0DF3B020E24}" srcOrd="0" destOrd="0" presId="urn:microsoft.com/office/officeart/2008/layout/SquareAccentList"/>
    <dgm:cxn modelId="{56933EA2-EE07-4270-A8F7-C88BA078D573}" type="presParOf" srcId="{17699024-A7EB-44AE-8360-8B8ECCEB8AB8}" destId="{97F1A34A-801D-44E1-9D1F-1DD1BC5AD585}" srcOrd="1" destOrd="0" presId="urn:microsoft.com/office/officeart/2008/layout/SquareAccentList"/>
    <dgm:cxn modelId="{0D73D386-F056-42F9-A51E-F63F5D9AB6EF}" type="presParOf" srcId="{17699024-A7EB-44AE-8360-8B8ECCEB8AB8}" destId="{83B96A65-31B0-4C7E-AB20-7A5ED48C96C8}" srcOrd="2" destOrd="0" presId="urn:microsoft.com/office/officeart/2008/layout/SquareAccentList"/>
    <dgm:cxn modelId="{9C2AA626-4A73-437C-B6DA-1AB4424B52CA}" type="presParOf" srcId="{2BF407D5-60F0-40DD-A50B-4DC2D20E217C}" destId="{B0D9C056-B41F-4A69-8BDA-1AD84646E187}" srcOrd="1" destOrd="0" presId="urn:microsoft.com/office/officeart/2008/layout/SquareAccentList"/>
    <dgm:cxn modelId="{0D2B6BCE-7A10-4914-BFEA-94C6E97E7AE7}" type="presParOf" srcId="{B0D9C056-B41F-4A69-8BDA-1AD84646E187}" destId="{2D95AFAE-9229-4CE1-9696-14F2C0A3C111}" srcOrd="0" destOrd="0" presId="urn:microsoft.com/office/officeart/2008/layout/SquareAccentList"/>
    <dgm:cxn modelId="{5FC1293F-E80A-451B-BA2D-4E710C6DF888}" type="presParOf" srcId="{2D95AFAE-9229-4CE1-9696-14F2C0A3C111}" destId="{F4DC0E9E-C257-4FDB-AD63-E3C0DD58425C}" srcOrd="0" destOrd="0" presId="urn:microsoft.com/office/officeart/2008/layout/SquareAccentList"/>
    <dgm:cxn modelId="{9C5B3D6F-DB48-4BC4-9889-B24B2BD8A3FF}" type="presParOf" srcId="{2D95AFAE-9229-4CE1-9696-14F2C0A3C111}" destId="{B5DE6C18-4407-4DDF-938C-C274655E2C6B}" srcOrd="1" destOrd="0" presId="urn:microsoft.com/office/officeart/2008/layout/SquareAccentList"/>
    <dgm:cxn modelId="{57C336B1-C555-46AB-9097-A0964B3405F4}" type="presParOf" srcId="{B0D9C056-B41F-4A69-8BDA-1AD84646E187}" destId="{5435C5C3-87E1-4B57-BDFA-289EC1717CA1}" srcOrd="1" destOrd="0" presId="urn:microsoft.com/office/officeart/2008/layout/SquareAccentList"/>
    <dgm:cxn modelId="{FCFE5CF0-65D7-4008-87BB-CA67050DD22C}" type="presParOf" srcId="{5435C5C3-87E1-4B57-BDFA-289EC1717CA1}" destId="{3BA6750B-7C19-4BE5-9DA4-EB5762DC6EA5}" srcOrd="0" destOrd="0" presId="urn:microsoft.com/office/officeart/2008/layout/SquareAccentList"/>
    <dgm:cxn modelId="{F63C8D36-CCC5-4073-A81D-C1B7FF5E544B}" type="presParOf" srcId="{5435C5C3-87E1-4B57-BDFA-289EC1717CA1}" destId="{D37E6F76-314C-4D84-9673-01B055A307B0}" srcOrd="1" destOrd="0" presId="urn:microsoft.com/office/officeart/2008/layout/SquareAccentList"/>
    <dgm:cxn modelId="{6E16D66D-07C5-4A88-B484-E5F197DC791C}" type="presParOf" srcId="{B0D9C056-B41F-4A69-8BDA-1AD84646E187}" destId="{F63F3F8C-415E-4DA4-A817-6652EA9DD6D7}" srcOrd="2" destOrd="0" presId="urn:microsoft.com/office/officeart/2008/layout/SquareAccentList"/>
    <dgm:cxn modelId="{34320E63-39C1-494C-A990-50FD0D211D91}" type="presParOf" srcId="{F63F3F8C-415E-4DA4-A817-6652EA9DD6D7}" destId="{F428CB9C-0BC7-41E0-BD50-213035FB45C7}" srcOrd="0" destOrd="0" presId="urn:microsoft.com/office/officeart/2008/layout/SquareAccentList"/>
    <dgm:cxn modelId="{E205383F-2941-45EF-8390-29887C1C4FE1}" type="presParOf" srcId="{F63F3F8C-415E-4DA4-A817-6652EA9DD6D7}" destId="{ABE5A512-58C0-4E36-9321-670D1567DF7C}" srcOrd="1" destOrd="0" presId="urn:microsoft.com/office/officeart/2008/layout/SquareAccentList"/>
    <dgm:cxn modelId="{DADB156A-F555-4E90-B8FE-B57CD23C1A6F}" type="presParOf" srcId="{B0D9C056-B41F-4A69-8BDA-1AD84646E187}" destId="{A8796FC9-14DB-4941-9CD6-F6C345BD4747}" srcOrd="3" destOrd="0" presId="urn:microsoft.com/office/officeart/2008/layout/SquareAccentList"/>
    <dgm:cxn modelId="{5197F72B-5769-4E81-AF74-85B17EA5C4B8}" type="presParOf" srcId="{A8796FC9-14DB-4941-9CD6-F6C345BD4747}" destId="{022B9A8C-17E2-4962-B000-2E0C30E178D0}" srcOrd="0" destOrd="0" presId="urn:microsoft.com/office/officeart/2008/layout/SquareAccentList"/>
    <dgm:cxn modelId="{A3486821-0FB2-453F-9961-EF4442781F27}" type="presParOf" srcId="{A8796FC9-14DB-4941-9CD6-F6C345BD4747}" destId="{42CCB239-02A3-44ED-AAB8-A3F218DD55F5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F3E6FED-0869-4B1B-B1B6-2C11ADBE751D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EAD6694-2815-43B0-BCF3-EB0AE7C6FBC6}">
      <dgm:prSet phldrT="[Text]" custT="1"/>
      <dgm:spPr/>
      <dgm:t>
        <a:bodyPr/>
        <a:lstStyle/>
        <a:p>
          <a:r>
            <a:rPr lang="en-GB" sz="2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gm:t>
    </dgm:pt>
    <dgm:pt modelId="{4AB1629F-EFB8-4699-8A65-9DB090372AC9}" type="par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3F9731-8317-471D-9AC2-2025B2857812}" type="sibTrans" cxnId="{14944ACD-42E6-4430-893C-6027F83ECC0D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6BE239-EB71-47F3-872F-3482DDD3F4D7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gm:t>
    </dgm:pt>
    <dgm:pt modelId="{2A091D27-4930-46B0-8F33-4689B8E5C448}" type="par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A94EC6-1E11-4DEF-9AB6-9AD54E66B44C}" type="sibTrans" cxnId="{EC827EF2-1263-45D5-9A70-52CCE49186E9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639ECD-FDD3-4D73-8F80-7F76B6B32FE8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gm:t>
    </dgm:pt>
    <dgm:pt modelId="{38F97A51-698B-418A-8243-FA65E3C5BE96}" type="sib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52952F-BB8F-44A1-B3BD-194777AB9955}" type="parTrans" cxnId="{275308DC-300C-4A39-AD2D-E99A1BBDE5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02C40-B619-4EF7-AC90-0E4472800E21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gm:t>
    </dgm:pt>
    <dgm:pt modelId="{815A5BF1-2A66-4E59-A801-7950F24C26A0}" type="sib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142443-7235-4AF2-B00F-6BC911AA346D}" type="parTrans" cxnId="{42BAE33D-7D63-44DB-B8E4-76BA9BD3EB87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335757-2D31-4148-A8A1-3EC404F6FA6F}">
      <dgm:prSet phldrT="[Text]" custT="1"/>
      <dgm:spPr/>
      <dgm:t>
        <a:bodyPr/>
        <a:lstStyle/>
        <a:p>
          <a:r>
            <a:rPr lang="en-GB" sz="1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gm:t>
    </dgm:pt>
    <dgm:pt modelId="{6F306F5F-412E-4287-9844-25FBC3954F04}" type="par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CCB95E-0492-4E3C-BF6D-BAE7CD70CC72}" type="sibTrans" cxnId="{FE5F567D-FE29-42A5-9B1B-E94CED1A0D2A}">
      <dgm:prSet/>
      <dgm:spPr/>
      <dgm:t>
        <a:bodyPr/>
        <a:lstStyle/>
        <a:p>
          <a:endParaRPr lang="en-GB" sz="2400">
            <a:solidFill>
              <a:schemeClr val="tx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CDB793-F64A-4A93-935E-BBFB0086D1A3}" type="pres">
      <dgm:prSet presAssocID="{DF3E6FED-0869-4B1B-B1B6-2C11ADBE751D}" presName="layout" presStyleCnt="0">
        <dgm:presLayoutVars>
          <dgm:chMax/>
          <dgm:chPref/>
          <dgm:dir/>
          <dgm:resizeHandles/>
        </dgm:presLayoutVars>
      </dgm:prSet>
      <dgm:spPr/>
    </dgm:pt>
    <dgm:pt modelId="{2BF407D5-60F0-40DD-A50B-4DC2D20E217C}" type="pres">
      <dgm:prSet presAssocID="{FEAD6694-2815-43B0-BCF3-EB0AE7C6FBC6}" presName="root" presStyleCnt="0">
        <dgm:presLayoutVars>
          <dgm:chMax/>
          <dgm:chPref/>
        </dgm:presLayoutVars>
      </dgm:prSet>
      <dgm:spPr/>
    </dgm:pt>
    <dgm:pt modelId="{17699024-A7EB-44AE-8360-8B8ECCEB8AB8}" type="pres">
      <dgm:prSet presAssocID="{FEAD6694-2815-43B0-BCF3-EB0AE7C6FBC6}" presName="rootComposite" presStyleCnt="0">
        <dgm:presLayoutVars/>
      </dgm:prSet>
      <dgm:spPr/>
    </dgm:pt>
    <dgm:pt modelId="{8FF7B9ED-EE59-4AED-8936-E0DF3B020E24}" type="pres">
      <dgm:prSet presAssocID="{FEAD6694-2815-43B0-BCF3-EB0AE7C6FBC6}" presName="ParentAccent" presStyleLbl="alignNode1" presStyleIdx="0" presStyleCnt="1"/>
      <dgm:spPr>
        <a:noFill/>
        <a:ln>
          <a:noFill/>
        </a:ln>
      </dgm:spPr>
    </dgm:pt>
    <dgm:pt modelId="{97F1A34A-801D-44E1-9D1F-1DD1BC5AD585}" type="pres">
      <dgm:prSet presAssocID="{FEAD6694-2815-43B0-BCF3-EB0AE7C6FBC6}" presName="ParentSmallAccent" presStyleLbl="fgAcc1" presStyleIdx="0" presStyleCnt="1"/>
      <dgm:spPr>
        <a:noFill/>
        <a:ln>
          <a:noFill/>
        </a:ln>
      </dgm:spPr>
    </dgm:pt>
    <dgm:pt modelId="{83B96A65-31B0-4C7E-AB20-7A5ED48C96C8}" type="pres">
      <dgm:prSet presAssocID="{FEAD6694-2815-43B0-BCF3-EB0AE7C6FBC6}" presName="Parent" presStyleLbl="revTx" presStyleIdx="0" presStyleCnt="5" custLinFactY="286" custLinFactNeighborX="-8238" custLinFactNeighborY="100000">
        <dgm:presLayoutVars>
          <dgm:chMax/>
          <dgm:chPref val="4"/>
          <dgm:bulletEnabled val="1"/>
        </dgm:presLayoutVars>
      </dgm:prSet>
      <dgm:spPr/>
    </dgm:pt>
    <dgm:pt modelId="{B0D9C056-B41F-4A69-8BDA-1AD84646E187}" type="pres">
      <dgm:prSet presAssocID="{FEAD6694-2815-43B0-BCF3-EB0AE7C6FBC6}" presName="childShape" presStyleCnt="0">
        <dgm:presLayoutVars>
          <dgm:chMax val="0"/>
          <dgm:chPref val="0"/>
        </dgm:presLayoutVars>
      </dgm:prSet>
      <dgm:spPr/>
    </dgm:pt>
    <dgm:pt modelId="{2D95AFAE-9229-4CE1-9696-14F2C0A3C111}" type="pres">
      <dgm:prSet presAssocID="{BCF02C40-B619-4EF7-AC90-0E4472800E21}" presName="childComposite" presStyleCnt="0">
        <dgm:presLayoutVars>
          <dgm:chMax val="0"/>
          <dgm:chPref val="0"/>
        </dgm:presLayoutVars>
      </dgm:prSet>
      <dgm:spPr/>
    </dgm:pt>
    <dgm:pt modelId="{F4DC0E9E-C257-4FDB-AD63-E3C0DD58425C}" type="pres">
      <dgm:prSet presAssocID="{BCF02C40-B619-4EF7-AC90-0E4472800E21}" presName="ChildAccent" presStyleLbl="solidFgAcc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B5DE6C18-4407-4DDF-938C-C274655E2C6B}" type="pres">
      <dgm:prSet presAssocID="{BCF02C40-B619-4EF7-AC90-0E4472800E21}" presName="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435C5C3-87E1-4B57-BDFA-289EC1717CA1}" type="pres">
      <dgm:prSet presAssocID="{046BE239-EB71-47F3-872F-3482DDD3F4D7}" presName="childComposite" presStyleCnt="0">
        <dgm:presLayoutVars>
          <dgm:chMax val="0"/>
          <dgm:chPref val="0"/>
        </dgm:presLayoutVars>
      </dgm:prSet>
      <dgm:spPr/>
    </dgm:pt>
    <dgm:pt modelId="{3BA6750B-7C19-4BE5-9DA4-EB5762DC6EA5}" type="pres">
      <dgm:prSet presAssocID="{046BE239-EB71-47F3-872F-3482DDD3F4D7}" presName="ChildAccent" presStyleLbl="solidFgAcc1" presStyleIdx="1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D37E6F76-314C-4D84-9673-01B055A307B0}" type="pres">
      <dgm:prSet presAssocID="{046BE239-EB71-47F3-872F-3482DDD3F4D7}" presName="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F63F3F8C-415E-4DA4-A817-6652EA9DD6D7}" type="pres">
      <dgm:prSet presAssocID="{6D639ECD-FDD3-4D73-8F80-7F76B6B32FE8}" presName="childComposite" presStyleCnt="0">
        <dgm:presLayoutVars>
          <dgm:chMax val="0"/>
          <dgm:chPref val="0"/>
        </dgm:presLayoutVars>
      </dgm:prSet>
      <dgm:spPr/>
    </dgm:pt>
    <dgm:pt modelId="{F428CB9C-0BC7-41E0-BD50-213035FB45C7}" type="pres">
      <dgm:prSet presAssocID="{6D639ECD-FDD3-4D73-8F80-7F76B6B32FE8}" presName="ChildAccent" presStyleLbl="solidFgAcc1" presStyleIdx="2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ABE5A512-58C0-4E36-9321-670D1567DF7C}" type="pres">
      <dgm:prSet presAssocID="{6D639ECD-FDD3-4D73-8F80-7F76B6B32FE8}" presName="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A8796FC9-14DB-4941-9CD6-F6C345BD4747}" type="pres">
      <dgm:prSet presAssocID="{81335757-2D31-4148-A8A1-3EC404F6FA6F}" presName="childComposite" presStyleCnt="0">
        <dgm:presLayoutVars>
          <dgm:chMax val="0"/>
          <dgm:chPref val="0"/>
        </dgm:presLayoutVars>
      </dgm:prSet>
      <dgm:spPr/>
    </dgm:pt>
    <dgm:pt modelId="{022B9A8C-17E2-4962-B000-2E0C30E178D0}" type="pres">
      <dgm:prSet presAssocID="{81335757-2D31-4148-A8A1-3EC404F6FA6F}" presName="ChildAccent" presStyleLbl="solidFgAcc1" presStyleIdx="3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42CCB239-02A3-44ED-AAB8-A3F218DD55F5}" type="pres">
      <dgm:prSet presAssocID="{81335757-2D31-4148-A8A1-3EC404F6FA6F}" presName="Child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2BAE33D-7D63-44DB-B8E4-76BA9BD3EB87}" srcId="{FEAD6694-2815-43B0-BCF3-EB0AE7C6FBC6}" destId="{BCF02C40-B619-4EF7-AC90-0E4472800E21}" srcOrd="0" destOrd="0" parTransId="{EB142443-7235-4AF2-B00F-6BC911AA346D}" sibTransId="{815A5BF1-2A66-4E59-A801-7950F24C26A0}"/>
    <dgm:cxn modelId="{61DB0540-1025-4C6C-A87E-E0BE3A16EF32}" type="presOf" srcId="{046BE239-EB71-47F3-872F-3482DDD3F4D7}" destId="{D37E6F76-314C-4D84-9673-01B055A307B0}" srcOrd="0" destOrd="0" presId="urn:microsoft.com/office/officeart/2008/layout/SquareAccentList"/>
    <dgm:cxn modelId="{77885A49-93BE-464B-9EC4-D8B491C0DC0C}" type="presOf" srcId="{BCF02C40-B619-4EF7-AC90-0E4472800E21}" destId="{B5DE6C18-4407-4DDF-938C-C274655E2C6B}" srcOrd="0" destOrd="0" presId="urn:microsoft.com/office/officeart/2008/layout/SquareAccentList"/>
    <dgm:cxn modelId="{3E99B25C-72EB-4A10-A197-05EA65B80B85}" type="presOf" srcId="{FEAD6694-2815-43B0-BCF3-EB0AE7C6FBC6}" destId="{83B96A65-31B0-4C7E-AB20-7A5ED48C96C8}" srcOrd="0" destOrd="0" presId="urn:microsoft.com/office/officeart/2008/layout/SquareAccentList"/>
    <dgm:cxn modelId="{7AB7AA75-F722-42DD-9167-6DD96212A1CB}" type="presOf" srcId="{6D639ECD-FDD3-4D73-8F80-7F76B6B32FE8}" destId="{ABE5A512-58C0-4E36-9321-670D1567DF7C}" srcOrd="0" destOrd="0" presId="urn:microsoft.com/office/officeart/2008/layout/SquareAccentList"/>
    <dgm:cxn modelId="{FE5F567D-FE29-42A5-9B1B-E94CED1A0D2A}" srcId="{FEAD6694-2815-43B0-BCF3-EB0AE7C6FBC6}" destId="{81335757-2D31-4148-A8A1-3EC404F6FA6F}" srcOrd="3" destOrd="0" parTransId="{6F306F5F-412E-4287-9844-25FBC3954F04}" sibTransId="{D6CCB95E-0492-4E3C-BF6D-BAE7CD70CC72}"/>
    <dgm:cxn modelId="{14944ACD-42E6-4430-893C-6027F83ECC0D}" srcId="{DF3E6FED-0869-4B1B-B1B6-2C11ADBE751D}" destId="{FEAD6694-2815-43B0-BCF3-EB0AE7C6FBC6}" srcOrd="0" destOrd="0" parTransId="{4AB1629F-EFB8-4699-8A65-9DB090372AC9}" sibTransId="{103F9731-8317-471D-9AC2-2025B2857812}"/>
    <dgm:cxn modelId="{275308DC-300C-4A39-AD2D-E99A1BBDE52A}" srcId="{FEAD6694-2815-43B0-BCF3-EB0AE7C6FBC6}" destId="{6D639ECD-FDD3-4D73-8F80-7F76B6B32FE8}" srcOrd="2" destOrd="0" parTransId="{B552952F-BB8F-44A1-B3BD-194777AB9955}" sibTransId="{38F97A51-698B-418A-8243-FA65E3C5BE96}"/>
    <dgm:cxn modelId="{00E90CDF-C3E8-4467-BB6C-31D9F3E2C1C0}" type="presOf" srcId="{DF3E6FED-0869-4B1B-B1B6-2C11ADBE751D}" destId="{B4CDB793-F64A-4A93-935E-BBFB0086D1A3}" srcOrd="0" destOrd="0" presId="urn:microsoft.com/office/officeart/2008/layout/SquareAccentList"/>
    <dgm:cxn modelId="{43BD6EE1-8B55-4192-B560-137939BF9E69}" type="presOf" srcId="{81335757-2D31-4148-A8A1-3EC404F6FA6F}" destId="{42CCB239-02A3-44ED-AAB8-A3F218DD55F5}" srcOrd="0" destOrd="0" presId="urn:microsoft.com/office/officeart/2008/layout/SquareAccentList"/>
    <dgm:cxn modelId="{EC827EF2-1263-45D5-9A70-52CCE49186E9}" srcId="{FEAD6694-2815-43B0-BCF3-EB0AE7C6FBC6}" destId="{046BE239-EB71-47F3-872F-3482DDD3F4D7}" srcOrd="1" destOrd="0" parTransId="{2A091D27-4930-46B0-8F33-4689B8E5C448}" sibTransId="{5AA94EC6-1E11-4DEF-9AB6-9AD54E66B44C}"/>
    <dgm:cxn modelId="{E83C037C-8305-468F-80AE-2D97B9619A7E}" type="presParOf" srcId="{B4CDB793-F64A-4A93-935E-BBFB0086D1A3}" destId="{2BF407D5-60F0-40DD-A50B-4DC2D20E217C}" srcOrd="0" destOrd="0" presId="urn:microsoft.com/office/officeart/2008/layout/SquareAccentList"/>
    <dgm:cxn modelId="{CA6C7345-50CE-46DA-8D12-085E9814FDA2}" type="presParOf" srcId="{2BF407D5-60F0-40DD-A50B-4DC2D20E217C}" destId="{17699024-A7EB-44AE-8360-8B8ECCEB8AB8}" srcOrd="0" destOrd="0" presId="urn:microsoft.com/office/officeart/2008/layout/SquareAccentList"/>
    <dgm:cxn modelId="{F018AA45-4C29-430E-9B66-E5E6AAC6274F}" type="presParOf" srcId="{17699024-A7EB-44AE-8360-8B8ECCEB8AB8}" destId="{8FF7B9ED-EE59-4AED-8936-E0DF3B020E24}" srcOrd="0" destOrd="0" presId="urn:microsoft.com/office/officeart/2008/layout/SquareAccentList"/>
    <dgm:cxn modelId="{CA9443B1-FE03-479C-8DC7-5D9613FAE722}" type="presParOf" srcId="{17699024-A7EB-44AE-8360-8B8ECCEB8AB8}" destId="{97F1A34A-801D-44E1-9D1F-1DD1BC5AD585}" srcOrd="1" destOrd="0" presId="urn:microsoft.com/office/officeart/2008/layout/SquareAccentList"/>
    <dgm:cxn modelId="{F2D50742-C756-401C-A3B9-64820A5A59A2}" type="presParOf" srcId="{17699024-A7EB-44AE-8360-8B8ECCEB8AB8}" destId="{83B96A65-31B0-4C7E-AB20-7A5ED48C96C8}" srcOrd="2" destOrd="0" presId="urn:microsoft.com/office/officeart/2008/layout/SquareAccentList"/>
    <dgm:cxn modelId="{60CBA7D9-B91C-49F2-84BD-5908AD8416EF}" type="presParOf" srcId="{2BF407D5-60F0-40DD-A50B-4DC2D20E217C}" destId="{B0D9C056-B41F-4A69-8BDA-1AD84646E187}" srcOrd="1" destOrd="0" presId="urn:microsoft.com/office/officeart/2008/layout/SquareAccentList"/>
    <dgm:cxn modelId="{6A2845E1-2A23-4BE9-8C99-C4870C38C26E}" type="presParOf" srcId="{B0D9C056-B41F-4A69-8BDA-1AD84646E187}" destId="{2D95AFAE-9229-4CE1-9696-14F2C0A3C111}" srcOrd="0" destOrd="0" presId="urn:microsoft.com/office/officeart/2008/layout/SquareAccentList"/>
    <dgm:cxn modelId="{1B53E55A-DBB4-4820-B500-E7CA90CBBC35}" type="presParOf" srcId="{2D95AFAE-9229-4CE1-9696-14F2C0A3C111}" destId="{F4DC0E9E-C257-4FDB-AD63-E3C0DD58425C}" srcOrd="0" destOrd="0" presId="urn:microsoft.com/office/officeart/2008/layout/SquareAccentList"/>
    <dgm:cxn modelId="{E1136138-F906-4B1A-B4CC-C4AD3DCE6CD3}" type="presParOf" srcId="{2D95AFAE-9229-4CE1-9696-14F2C0A3C111}" destId="{B5DE6C18-4407-4DDF-938C-C274655E2C6B}" srcOrd="1" destOrd="0" presId="urn:microsoft.com/office/officeart/2008/layout/SquareAccentList"/>
    <dgm:cxn modelId="{FB4A3045-4F7C-4386-B875-735BB64C4BDC}" type="presParOf" srcId="{B0D9C056-B41F-4A69-8BDA-1AD84646E187}" destId="{5435C5C3-87E1-4B57-BDFA-289EC1717CA1}" srcOrd="1" destOrd="0" presId="urn:microsoft.com/office/officeart/2008/layout/SquareAccentList"/>
    <dgm:cxn modelId="{0D7B6AB6-FCE8-4085-8203-0F65709F6523}" type="presParOf" srcId="{5435C5C3-87E1-4B57-BDFA-289EC1717CA1}" destId="{3BA6750B-7C19-4BE5-9DA4-EB5762DC6EA5}" srcOrd="0" destOrd="0" presId="urn:microsoft.com/office/officeart/2008/layout/SquareAccentList"/>
    <dgm:cxn modelId="{FD0067A5-DB64-4A73-93E6-B1ADA3FC663C}" type="presParOf" srcId="{5435C5C3-87E1-4B57-BDFA-289EC1717CA1}" destId="{D37E6F76-314C-4D84-9673-01B055A307B0}" srcOrd="1" destOrd="0" presId="urn:microsoft.com/office/officeart/2008/layout/SquareAccentList"/>
    <dgm:cxn modelId="{B4C1DB02-1447-485C-8ABE-4493FCAC221F}" type="presParOf" srcId="{B0D9C056-B41F-4A69-8BDA-1AD84646E187}" destId="{F63F3F8C-415E-4DA4-A817-6652EA9DD6D7}" srcOrd="2" destOrd="0" presId="urn:microsoft.com/office/officeart/2008/layout/SquareAccentList"/>
    <dgm:cxn modelId="{C68BEE84-12FA-4E4B-AA9F-7A5A225F95A9}" type="presParOf" srcId="{F63F3F8C-415E-4DA4-A817-6652EA9DD6D7}" destId="{F428CB9C-0BC7-41E0-BD50-213035FB45C7}" srcOrd="0" destOrd="0" presId="urn:microsoft.com/office/officeart/2008/layout/SquareAccentList"/>
    <dgm:cxn modelId="{D7745B20-AA9B-4151-9842-97CED09795A1}" type="presParOf" srcId="{F63F3F8C-415E-4DA4-A817-6652EA9DD6D7}" destId="{ABE5A512-58C0-4E36-9321-670D1567DF7C}" srcOrd="1" destOrd="0" presId="urn:microsoft.com/office/officeart/2008/layout/SquareAccentList"/>
    <dgm:cxn modelId="{F3C0609E-CDC2-4206-B68A-D2B9E08E1D78}" type="presParOf" srcId="{B0D9C056-B41F-4A69-8BDA-1AD84646E187}" destId="{A8796FC9-14DB-4941-9CD6-F6C345BD4747}" srcOrd="3" destOrd="0" presId="urn:microsoft.com/office/officeart/2008/layout/SquareAccentList"/>
    <dgm:cxn modelId="{8752A7D3-80C5-418A-878C-9DAA695726CE}" type="presParOf" srcId="{A8796FC9-14DB-4941-9CD6-F6C345BD4747}" destId="{022B9A8C-17E2-4962-B000-2E0C30E178D0}" srcOrd="0" destOrd="0" presId="urn:microsoft.com/office/officeart/2008/layout/SquareAccentList"/>
    <dgm:cxn modelId="{02F08A6B-7374-444E-9580-B0D5F184ABC3}" type="presParOf" srcId="{A8796FC9-14DB-4941-9CD6-F6C345BD4747}" destId="{42CCB239-02A3-44ED-AAB8-A3F218DD55F5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DDDDC-14EF-4C08-A896-3BCE7EC52B5E}">
      <dsp:nvSpPr>
        <dsp:cNvPr id="0" name=""/>
        <dsp:cNvSpPr/>
      </dsp:nvSpPr>
      <dsp:spPr>
        <a:xfrm rot="5400000">
          <a:off x="790727" y="115703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1</a:t>
          </a:r>
        </a:p>
      </dsp:txBody>
      <dsp:txXfrm rot="-5400000">
        <a:off x="904723" y="267696"/>
        <a:ext cx="531978" cy="227991"/>
      </dsp:txXfrm>
    </dsp:sp>
    <dsp:sp modelId="{D869C47D-00C7-4A29-A6FB-8A82C1E1F1FF}">
      <dsp:nvSpPr>
        <dsp:cNvPr id="0" name=""/>
        <dsp:cNvSpPr/>
      </dsp:nvSpPr>
      <dsp:spPr>
        <a:xfrm rot="5400000">
          <a:off x="3458714" y="-1840126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1" kern="12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Establish analysis design</a:t>
          </a:r>
        </a:p>
      </dsp:txBody>
      <dsp:txXfrm rot="-5400000">
        <a:off x="1616879" y="25823"/>
        <a:ext cx="4153535" cy="445751"/>
      </dsp:txXfrm>
    </dsp:sp>
    <dsp:sp modelId="{49ABFC06-8CAA-4390-BA28-BD0FB21852E4}">
      <dsp:nvSpPr>
        <dsp:cNvPr id="0" name=""/>
        <dsp:cNvSpPr/>
      </dsp:nvSpPr>
      <dsp:spPr>
        <a:xfrm rot="5400000">
          <a:off x="790727" y="752738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2</a:t>
          </a:r>
        </a:p>
      </dsp:txBody>
      <dsp:txXfrm rot="-5400000">
        <a:off x="904723" y="904731"/>
        <a:ext cx="531978" cy="227991"/>
      </dsp:txXfrm>
    </dsp:sp>
    <dsp:sp modelId="{155F36B5-43C0-416C-93F8-356C83CB1B9C}">
      <dsp:nvSpPr>
        <dsp:cNvPr id="0" name=""/>
        <dsp:cNvSpPr/>
      </dsp:nvSpPr>
      <dsp:spPr>
        <a:xfrm rot="5400000">
          <a:off x="3458714" y="-1203091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Develop measures</a:t>
          </a:r>
        </a:p>
      </dsp:txBody>
      <dsp:txXfrm rot="-5400000">
        <a:off x="1616879" y="662858"/>
        <a:ext cx="4153535" cy="445751"/>
      </dsp:txXfrm>
    </dsp:sp>
    <dsp:sp modelId="{46E21CA5-C8E2-402A-AC4F-46CC56CA4630}">
      <dsp:nvSpPr>
        <dsp:cNvPr id="0" name=""/>
        <dsp:cNvSpPr/>
      </dsp:nvSpPr>
      <dsp:spPr>
        <a:xfrm rot="5400000">
          <a:off x="790727" y="1389773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3</a:t>
          </a:r>
        </a:p>
      </dsp:txBody>
      <dsp:txXfrm rot="-5400000">
        <a:off x="904723" y="1541766"/>
        <a:ext cx="531978" cy="227991"/>
      </dsp:txXfrm>
    </dsp:sp>
    <dsp:sp modelId="{9AF8CD92-BD2A-4F87-8F7E-C2D7B6EB1D86}">
      <dsp:nvSpPr>
        <dsp:cNvPr id="0" name=""/>
        <dsp:cNvSpPr/>
      </dsp:nvSpPr>
      <dsp:spPr>
        <a:xfrm rot="5400000">
          <a:off x="3458714" y="-566056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Collect data</a:t>
          </a:r>
        </a:p>
      </dsp:txBody>
      <dsp:txXfrm rot="-5400000">
        <a:off x="1616879" y="1299893"/>
        <a:ext cx="4153535" cy="445751"/>
      </dsp:txXfrm>
    </dsp:sp>
    <dsp:sp modelId="{5ADBF579-05DE-4622-95EC-26745D4DD303}">
      <dsp:nvSpPr>
        <dsp:cNvPr id="0" name=""/>
        <dsp:cNvSpPr/>
      </dsp:nvSpPr>
      <dsp:spPr>
        <a:xfrm rot="5400000">
          <a:off x="790727" y="2026808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4</a:t>
          </a:r>
        </a:p>
      </dsp:txBody>
      <dsp:txXfrm rot="-5400000">
        <a:off x="904723" y="2178801"/>
        <a:ext cx="531978" cy="227991"/>
      </dsp:txXfrm>
    </dsp:sp>
    <dsp:sp modelId="{BAE97EE3-719A-4B07-8C6E-850E43355025}">
      <dsp:nvSpPr>
        <dsp:cNvPr id="0" name=""/>
        <dsp:cNvSpPr/>
      </dsp:nvSpPr>
      <dsp:spPr>
        <a:xfrm rot="5400000">
          <a:off x="3458714" y="70977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 err="1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Analyze</a:t>
          </a:r>
          <a:r>
            <a:rPr lang="en-GB" sz="20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 data</a:t>
          </a:r>
        </a:p>
      </dsp:txBody>
      <dsp:txXfrm rot="-5400000">
        <a:off x="1616879" y="1936926"/>
        <a:ext cx="4153535" cy="445751"/>
      </dsp:txXfrm>
    </dsp:sp>
    <dsp:sp modelId="{43AA569B-AB76-4D72-B1C0-724DA530A17B}">
      <dsp:nvSpPr>
        <dsp:cNvPr id="0" name=""/>
        <dsp:cNvSpPr/>
      </dsp:nvSpPr>
      <dsp:spPr>
        <a:xfrm rot="5400000">
          <a:off x="790727" y="2663842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5</a:t>
          </a:r>
        </a:p>
      </dsp:txBody>
      <dsp:txXfrm rot="-5400000">
        <a:off x="904723" y="2815835"/>
        <a:ext cx="531978" cy="227991"/>
      </dsp:txXfrm>
    </dsp:sp>
    <dsp:sp modelId="{6B3ED616-FB59-4989-B81A-43A3374C04DA}">
      <dsp:nvSpPr>
        <dsp:cNvPr id="0" name=""/>
        <dsp:cNvSpPr/>
      </dsp:nvSpPr>
      <dsp:spPr>
        <a:xfrm rot="5400000">
          <a:off x="3458714" y="708012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Write</a:t>
          </a:r>
        </a:p>
      </dsp:txBody>
      <dsp:txXfrm rot="-5400000">
        <a:off x="1616879" y="2573961"/>
        <a:ext cx="4153535" cy="4457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2ED127-6C00-4B66-8364-61BA56A4E4E8}">
      <dsp:nvSpPr>
        <dsp:cNvPr id="0" name=""/>
        <dsp:cNvSpPr/>
      </dsp:nvSpPr>
      <dsp:spPr>
        <a:xfrm>
          <a:off x="6250059" y="2142101"/>
          <a:ext cx="125664" cy="1250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567"/>
              </a:lnTo>
              <a:lnTo>
                <a:pt x="150627" y="133656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BF0D46-2FC0-471F-BDCB-CC1E1D0ECD85}">
      <dsp:nvSpPr>
        <dsp:cNvPr id="0" name=""/>
        <dsp:cNvSpPr/>
      </dsp:nvSpPr>
      <dsp:spPr>
        <a:xfrm>
          <a:off x="6250059" y="2142101"/>
          <a:ext cx="123776" cy="512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597"/>
              </a:lnTo>
              <a:lnTo>
                <a:pt x="150627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062CA7-6F37-43D5-B4BA-4B43060114D2}">
      <dsp:nvSpPr>
        <dsp:cNvPr id="0" name=""/>
        <dsp:cNvSpPr/>
      </dsp:nvSpPr>
      <dsp:spPr>
        <a:xfrm>
          <a:off x="6037493" y="1410281"/>
          <a:ext cx="542635" cy="319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044"/>
              </a:lnTo>
              <a:lnTo>
                <a:pt x="660350" y="283044"/>
              </a:lnTo>
              <a:lnTo>
                <a:pt x="660350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18B11B-C7B8-48DA-98F7-F7DDF3A57F6F}">
      <dsp:nvSpPr>
        <dsp:cNvPr id="0" name=""/>
        <dsp:cNvSpPr/>
      </dsp:nvSpPr>
      <dsp:spPr>
        <a:xfrm>
          <a:off x="5484526" y="1410281"/>
          <a:ext cx="552967" cy="319231"/>
        </a:xfrm>
        <a:custGeom>
          <a:avLst/>
          <a:gdLst/>
          <a:ahLst/>
          <a:cxnLst/>
          <a:rect l="0" t="0" r="0" b="0"/>
          <a:pathLst>
            <a:path>
              <a:moveTo>
                <a:pt x="672923" y="0"/>
              </a:moveTo>
              <a:lnTo>
                <a:pt x="672923" y="283044"/>
              </a:lnTo>
              <a:lnTo>
                <a:pt x="0" y="283044"/>
              </a:lnTo>
              <a:lnTo>
                <a:pt x="0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9F2AC-EC80-4317-8C76-DBE2F38F5752}">
      <dsp:nvSpPr>
        <dsp:cNvPr id="0" name=""/>
        <dsp:cNvSpPr/>
      </dsp:nvSpPr>
      <dsp:spPr>
        <a:xfrm>
          <a:off x="4148662" y="824406"/>
          <a:ext cx="1888831" cy="1732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439"/>
              </a:lnTo>
              <a:lnTo>
                <a:pt x="2298577" y="105439"/>
              </a:lnTo>
              <a:lnTo>
                <a:pt x="2298577" y="210878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4C83E8-D214-437B-AEA6-C72DF58DAF18}">
      <dsp:nvSpPr>
        <dsp:cNvPr id="0" name=""/>
        <dsp:cNvSpPr/>
      </dsp:nvSpPr>
      <dsp:spPr>
        <a:xfrm>
          <a:off x="2172688" y="1410281"/>
          <a:ext cx="617715" cy="319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044"/>
              </a:lnTo>
              <a:lnTo>
                <a:pt x="751717" y="283044"/>
              </a:lnTo>
              <a:lnTo>
                <a:pt x="751717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16F4C6-4A1B-4371-BACF-B01520BD3D9A}">
      <dsp:nvSpPr>
        <dsp:cNvPr id="0" name=""/>
        <dsp:cNvSpPr/>
      </dsp:nvSpPr>
      <dsp:spPr>
        <a:xfrm>
          <a:off x="3730258" y="2142101"/>
          <a:ext cx="203421" cy="1315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567"/>
              </a:lnTo>
              <a:lnTo>
                <a:pt x="247549" y="133656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55F592-A84B-4F35-8F0F-62030EBA6AA3}">
      <dsp:nvSpPr>
        <dsp:cNvPr id="0" name=""/>
        <dsp:cNvSpPr/>
      </dsp:nvSpPr>
      <dsp:spPr>
        <a:xfrm>
          <a:off x="3730258" y="2142101"/>
          <a:ext cx="203421" cy="5124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597"/>
              </a:lnTo>
              <a:lnTo>
                <a:pt x="247549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1C2561-16EF-4957-9D56-809BCA20FC1B}">
      <dsp:nvSpPr>
        <dsp:cNvPr id="0" name=""/>
        <dsp:cNvSpPr/>
      </dsp:nvSpPr>
      <dsp:spPr>
        <a:xfrm>
          <a:off x="2172688" y="1410281"/>
          <a:ext cx="1959064" cy="319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044"/>
              </a:lnTo>
              <a:lnTo>
                <a:pt x="2384046" y="283044"/>
              </a:lnTo>
              <a:lnTo>
                <a:pt x="2384046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EE4CFE-E1C5-4270-84EA-A4017ADF00B0}">
      <dsp:nvSpPr>
        <dsp:cNvPr id="0" name=""/>
        <dsp:cNvSpPr/>
      </dsp:nvSpPr>
      <dsp:spPr>
        <a:xfrm>
          <a:off x="2200322" y="2853704"/>
          <a:ext cx="111679" cy="11056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415"/>
              </a:lnTo>
              <a:lnTo>
                <a:pt x="128173" y="1325415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D72266-6E39-43EE-B878-0CB149834091}">
      <dsp:nvSpPr>
        <dsp:cNvPr id="0" name=""/>
        <dsp:cNvSpPr/>
      </dsp:nvSpPr>
      <dsp:spPr>
        <a:xfrm>
          <a:off x="2200322" y="2853704"/>
          <a:ext cx="105325" cy="539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324"/>
              </a:lnTo>
              <a:lnTo>
                <a:pt x="128173" y="625324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82BC0-88E8-4E3D-8E68-C01F4EF27458}">
      <dsp:nvSpPr>
        <dsp:cNvPr id="0" name=""/>
        <dsp:cNvSpPr/>
      </dsp:nvSpPr>
      <dsp:spPr>
        <a:xfrm>
          <a:off x="1559408" y="2142101"/>
          <a:ext cx="970985" cy="2990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441"/>
              </a:lnTo>
              <a:lnTo>
                <a:pt x="1181622" y="258441"/>
              </a:lnTo>
              <a:lnTo>
                <a:pt x="1181622" y="363880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BFC5E6-1457-4530-9C1E-8764DF379BB2}">
      <dsp:nvSpPr>
        <dsp:cNvPr id="0" name=""/>
        <dsp:cNvSpPr/>
      </dsp:nvSpPr>
      <dsp:spPr>
        <a:xfrm>
          <a:off x="867987" y="2853704"/>
          <a:ext cx="91440" cy="10983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6562"/>
              </a:lnTo>
              <a:lnTo>
                <a:pt x="105439" y="1336562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C7B98C-B0B2-4EE9-A4D6-DAECE53C2D20}">
      <dsp:nvSpPr>
        <dsp:cNvPr id="0" name=""/>
        <dsp:cNvSpPr/>
      </dsp:nvSpPr>
      <dsp:spPr>
        <a:xfrm>
          <a:off x="781344" y="2853704"/>
          <a:ext cx="91440" cy="1098305"/>
        </a:xfrm>
        <a:custGeom>
          <a:avLst/>
          <a:gdLst/>
          <a:ahLst/>
          <a:cxnLst/>
          <a:rect l="0" t="0" r="0" b="0"/>
          <a:pathLst>
            <a:path>
              <a:moveTo>
                <a:pt x="105439" y="0"/>
              </a:moveTo>
              <a:lnTo>
                <a:pt x="105439" y="1336562"/>
              </a:lnTo>
              <a:lnTo>
                <a:pt x="0" y="1336562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B885AF-76DB-4C39-B469-8C63FD802808}">
      <dsp:nvSpPr>
        <dsp:cNvPr id="0" name=""/>
        <dsp:cNvSpPr/>
      </dsp:nvSpPr>
      <dsp:spPr>
        <a:xfrm>
          <a:off x="867987" y="2853704"/>
          <a:ext cx="91440" cy="6039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3597"/>
              </a:lnTo>
              <a:lnTo>
                <a:pt x="105439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ECD5EE-1A59-4F89-AD61-82EA45234F47}">
      <dsp:nvSpPr>
        <dsp:cNvPr id="0" name=""/>
        <dsp:cNvSpPr/>
      </dsp:nvSpPr>
      <dsp:spPr>
        <a:xfrm>
          <a:off x="781344" y="2853704"/>
          <a:ext cx="91440" cy="512434"/>
        </a:xfrm>
        <a:custGeom>
          <a:avLst/>
          <a:gdLst/>
          <a:ahLst/>
          <a:cxnLst/>
          <a:rect l="0" t="0" r="0" b="0"/>
          <a:pathLst>
            <a:path>
              <a:moveTo>
                <a:pt x="105439" y="0"/>
              </a:moveTo>
              <a:lnTo>
                <a:pt x="105439" y="623597"/>
              </a:lnTo>
              <a:lnTo>
                <a:pt x="0" y="623597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3570F-51C1-4DA6-91F3-E07837E8CB9F}">
      <dsp:nvSpPr>
        <dsp:cNvPr id="0" name=""/>
        <dsp:cNvSpPr/>
      </dsp:nvSpPr>
      <dsp:spPr>
        <a:xfrm>
          <a:off x="913707" y="2142101"/>
          <a:ext cx="645700" cy="299015"/>
        </a:xfrm>
        <a:custGeom>
          <a:avLst/>
          <a:gdLst/>
          <a:ahLst/>
          <a:cxnLst/>
          <a:rect l="0" t="0" r="0" b="0"/>
          <a:pathLst>
            <a:path>
              <a:moveTo>
                <a:pt x="785773" y="0"/>
              </a:moveTo>
              <a:lnTo>
                <a:pt x="785773" y="258441"/>
              </a:lnTo>
              <a:lnTo>
                <a:pt x="0" y="258441"/>
              </a:lnTo>
              <a:lnTo>
                <a:pt x="0" y="363880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ADD1AE-9C6D-4507-A649-962C62E85E0C}">
      <dsp:nvSpPr>
        <dsp:cNvPr id="0" name=""/>
        <dsp:cNvSpPr/>
      </dsp:nvSpPr>
      <dsp:spPr>
        <a:xfrm>
          <a:off x="1559408" y="1410281"/>
          <a:ext cx="613280" cy="319231"/>
        </a:xfrm>
        <a:custGeom>
          <a:avLst/>
          <a:gdLst/>
          <a:ahLst/>
          <a:cxnLst/>
          <a:rect l="0" t="0" r="0" b="0"/>
          <a:pathLst>
            <a:path>
              <a:moveTo>
                <a:pt x="746320" y="0"/>
              </a:moveTo>
              <a:lnTo>
                <a:pt x="746320" y="283044"/>
              </a:lnTo>
              <a:lnTo>
                <a:pt x="0" y="283044"/>
              </a:lnTo>
              <a:lnTo>
                <a:pt x="0" y="388483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7B2B7E-94D9-487B-BFE2-7A8DEBCDD625}">
      <dsp:nvSpPr>
        <dsp:cNvPr id="0" name=""/>
        <dsp:cNvSpPr/>
      </dsp:nvSpPr>
      <dsp:spPr>
        <a:xfrm>
          <a:off x="2172688" y="824406"/>
          <a:ext cx="1975974" cy="173287"/>
        </a:xfrm>
        <a:custGeom>
          <a:avLst/>
          <a:gdLst/>
          <a:ahLst/>
          <a:cxnLst/>
          <a:rect l="0" t="0" r="0" b="0"/>
          <a:pathLst>
            <a:path>
              <a:moveTo>
                <a:pt x="2404624" y="0"/>
              </a:moveTo>
              <a:lnTo>
                <a:pt x="2404624" y="105439"/>
              </a:lnTo>
              <a:lnTo>
                <a:pt x="0" y="105439"/>
              </a:lnTo>
              <a:lnTo>
                <a:pt x="0" y="210878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02A8E8-E48E-4257-BA1B-2391B5F071B9}">
      <dsp:nvSpPr>
        <dsp:cNvPr id="0" name=""/>
        <dsp:cNvSpPr/>
      </dsp:nvSpPr>
      <dsp:spPr>
        <a:xfrm>
          <a:off x="3475855" y="411817"/>
          <a:ext cx="1345615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Data</a:t>
          </a:r>
        </a:p>
      </dsp:txBody>
      <dsp:txXfrm>
        <a:off x="3475855" y="411817"/>
        <a:ext cx="1345615" cy="412588"/>
      </dsp:txXfrm>
    </dsp:sp>
    <dsp:sp modelId="{64CB48CE-33B3-4A21-B97D-F86D9E7AEEF4}">
      <dsp:nvSpPr>
        <dsp:cNvPr id="0" name=""/>
        <dsp:cNvSpPr/>
      </dsp:nvSpPr>
      <dsp:spPr>
        <a:xfrm>
          <a:off x="1545480" y="997693"/>
          <a:ext cx="125441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Primary data</a:t>
          </a:r>
        </a:p>
      </dsp:txBody>
      <dsp:txXfrm>
        <a:off x="1545480" y="997693"/>
        <a:ext cx="1254416" cy="412588"/>
      </dsp:txXfrm>
    </dsp:sp>
    <dsp:sp modelId="{ABAFD479-1140-4523-8A66-CBB4765A34C4}">
      <dsp:nvSpPr>
        <dsp:cNvPr id="0" name=""/>
        <dsp:cNvSpPr/>
      </dsp:nvSpPr>
      <dsp:spPr>
        <a:xfrm>
          <a:off x="1146820" y="1729513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survey</a:t>
          </a:r>
        </a:p>
      </dsp:txBody>
      <dsp:txXfrm>
        <a:off x="1146820" y="1729513"/>
        <a:ext cx="825176" cy="412588"/>
      </dsp:txXfrm>
    </dsp:sp>
    <dsp:sp modelId="{CC9E8971-8C87-4A14-BB05-FAE081EDD9CE}">
      <dsp:nvSpPr>
        <dsp:cNvPr id="0" name=""/>
        <dsp:cNvSpPr/>
      </dsp:nvSpPr>
      <dsp:spPr>
        <a:xfrm>
          <a:off x="501119" y="2441116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rather quantitative</a:t>
          </a:r>
        </a:p>
      </dsp:txBody>
      <dsp:txXfrm>
        <a:off x="501119" y="2441116"/>
        <a:ext cx="825176" cy="412588"/>
      </dsp:txXfrm>
    </dsp:sp>
    <dsp:sp modelId="{E33F6489-64EC-4DAC-A37A-82AEEA9C7DCA}">
      <dsp:nvSpPr>
        <dsp:cNvPr id="0" name=""/>
        <dsp:cNvSpPr/>
      </dsp:nvSpPr>
      <dsp:spPr>
        <a:xfrm>
          <a:off x="1887" y="3159844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Standardized oral survey</a:t>
          </a:r>
        </a:p>
      </dsp:txBody>
      <dsp:txXfrm>
        <a:off x="1887" y="3159844"/>
        <a:ext cx="825176" cy="412588"/>
      </dsp:txXfrm>
    </dsp:sp>
    <dsp:sp modelId="{3A6AED06-ADA7-4FE4-B6E6-C18C370639BF}">
      <dsp:nvSpPr>
        <dsp:cNvPr id="0" name=""/>
        <dsp:cNvSpPr/>
      </dsp:nvSpPr>
      <dsp:spPr>
        <a:xfrm>
          <a:off x="955898" y="3251365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Standardized  written survey</a:t>
          </a:r>
        </a:p>
      </dsp:txBody>
      <dsp:txXfrm>
        <a:off x="955898" y="3251365"/>
        <a:ext cx="825176" cy="412588"/>
      </dsp:txXfrm>
    </dsp:sp>
    <dsp:sp modelId="{98B1ECC1-A5D0-42E9-AF15-451E315FDD42}">
      <dsp:nvSpPr>
        <dsp:cNvPr id="0" name=""/>
        <dsp:cNvSpPr/>
      </dsp:nvSpPr>
      <dsp:spPr>
        <a:xfrm>
          <a:off x="1887" y="3745716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Standardized telephonic survey</a:t>
          </a:r>
        </a:p>
      </dsp:txBody>
      <dsp:txXfrm>
        <a:off x="1887" y="3745716"/>
        <a:ext cx="825176" cy="412588"/>
      </dsp:txXfrm>
    </dsp:sp>
    <dsp:sp modelId="{63A11064-8500-4C8F-9F4D-4DC3AE1EA455}">
      <dsp:nvSpPr>
        <dsp:cNvPr id="0" name=""/>
        <dsp:cNvSpPr/>
      </dsp:nvSpPr>
      <dsp:spPr>
        <a:xfrm>
          <a:off x="1000351" y="3745716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Online-survey</a:t>
          </a:r>
        </a:p>
      </dsp:txBody>
      <dsp:txXfrm>
        <a:off x="1000351" y="3745716"/>
        <a:ext cx="825176" cy="412588"/>
      </dsp:txXfrm>
    </dsp:sp>
    <dsp:sp modelId="{46070D52-0D9E-40B2-955B-43C93B79EE82}">
      <dsp:nvSpPr>
        <dsp:cNvPr id="0" name=""/>
        <dsp:cNvSpPr/>
      </dsp:nvSpPr>
      <dsp:spPr>
        <a:xfrm>
          <a:off x="2117805" y="2441116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rather qualitative</a:t>
          </a:r>
        </a:p>
      </dsp:txBody>
      <dsp:txXfrm>
        <a:off x="2117805" y="2441116"/>
        <a:ext cx="825176" cy="412588"/>
      </dsp:txXfrm>
    </dsp:sp>
    <dsp:sp modelId="{525C1127-980A-4135-9F26-68A4B658688E}">
      <dsp:nvSpPr>
        <dsp:cNvPr id="0" name=""/>
        <dsp:cNvSpPr/>
      </dsp:nvSpPr>
      <dsp:spPr>
        <a:xfrm>
          <a:off x="2305648" y="3186663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Depth interview</a:t>
          </a:r>
        </a:p>
      </dsp:txBody>
      <dsp:txXfrm>
        <a:off x="2305648" y="3186663"/>
        <a:ext cx="825176" cy="412588"/>
      </dsp:txXfrm>
    </dsp:sp>
    <dsp:sp modelId="{51E86D98-885E-4035-9824-867DD127FFCC}">
      <dsp:nvSpPr>
        <dsp:cNvPr id="0" name=""/>
        <dsp:cNvSpPr/>
      </dsp:nvSpPr>
      <dsp:spPr>
        <a:xfrm>
          <a:off x="2312002" y="3753011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Focus group</a:t>
          </a:r>
        </a:p>
      </dsp:txBody>
      <dsp:txXfrm>
        <a:off x="2312002" y="3753011"/>
        <a:ext cx="825176" cy="412588"/>
      </dsp:txXfrm>
    </dsp:sp>
    <dsp:sp modelId="{81761C16-2BAC-4868-94D3-EC9328290255}">
      <dsp:nvSpPr>
        <dsp:cNvPr id="0" name=""/>
        <dsp:cNvSpPr/>
      </dsp:nvSpPr>
      <dsp:spPr>
        <a:xfrm>
          <a:off x="3629885" y="1729513"/>
          <a:ext cx="100373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experiment</a:t>
          </a:r>
        </a:p>
      </dsp:txBody>
      <dsp:txXfrm>
        <a:off x="3629885" y="1729513"/>
        <a:ext cx="1003736" cy="412588"/>
      </dsp:txXfrm>
    </dsp:sp>
    <dsp:sp modelId="{915F8606-9FDE-4F3D-B8C6-90A8872A27A9}">
      <dsp:nvSpPr>
        <dsp:cNvPr id="0" name=""/>
        <dsp:cNvSpPr/>
      </dsp:nvSpPr>
      <dsp:spPr>
        <a:xfrm>
          <a:off x="3933679" y="2448241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laboratory</a:t>
          </a:r>
        </a:p>
      </dsp:txBody>
      <dsp:txXfrm>
        <a:off x="3933679" y="2448241"/>
        <a:ext cx="825176" cy="412588"/>
      </dsp:txXfrm>
    </dsp:sp>
    <dsp:sp modelId="{352F2A1D-D9E1-490B-A955-7BF4DF18CF23}">
      <dsp:nvSpPr>
        <dsp:cNvPr id="0" name=""/>
        <dsp:cNvSpPr/>
      </dsp:nvSpPr>
      <dsp:spPr>
        <a:xfrm>
          <a:off x="3933679" y="3251365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field</a:t>
          </a:r>
        </a:p>
      </dsp:txBody>
      <dsp:txXfrm>
        <a:off x="3933679" y="3251365"/>
        <a:ext cx="825176" cy="412588"/>
      </dsp:txXfrm>
    </dsp:sp>
    <dsp:sp modelId="{AC935CB3-41CD-481D-BE60-811A0C554411}">
      <dsp:nvSpPr>
        <dsp:cNvPr id="0" name=""/>
        <dsp:cNvSpPr/>
      </dsp:nvSpPr>
      <dsp:spPr>
        <a:xfrm>
          <a:off x="2254192" y="1729513"/>
          <a:ext cx="1072423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observation</a:t>
          </a:r>
        </a:p>
      </dsp:txBody>
      <dsp:txXfrm>
        <a:off x="2254192" y="1729513"/>
        <a:ext cx="1072423" cy="412588"/>
      </dsp:txXfrm>
    </dsp:sp>
    <dsp:sp modelId="{B9015D84-A9DC-45DB-9CA5-2D509D91F5E8}">
      <dsp:nvSpPr>
        <dsp:cNvPr id="0" name=""/>
        <dsp:cNvSpPr/>
      </dsp:nvSpPr>
      <dsp:spPr>
        <a:xfrm>
          <a:off x="5259785" y="997693"/>
          <a:ext cx="155541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Secondary data</a:t>
          </a:r>
        </a:p>
      </dsp:txBody>
      <dsp:txXfrm>
        <a:off x="5259785" y="997693"/>
        <a:ext cx="1555416" cy="412588"/>
      </dsp:txXfrm>
    </dsp:sp>
    <dsp:sp modelId="{E00ED0FF-9C27-478F-AB5B-A30C7A245387}">
      <dsp:nvSpPr>
        <dsp:cNvPr id="0" name=""/>
        <dsp:cNvSpPr/>
      </dsp:nvSpPr>
      <dsp:spPr>
        <a:xfrm>
          <a:off x="5071938" y="1729513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Internal data</a:t>
          </a:r>
        </a:p>
      </dsp:txBody>
      <dsp:txXfrm>
        <a:off x="5071938" y="1729513"/>
        <a:ext cx="825176" cy="412588"/>
      </dsp:txXfrm>
    </dsp:sp>
    <dsp:sp modelId="{40C34702-ECB9-4D58-8F83-B6BB2B6AF4E6}">
      <dsp:nvSpPr>
        <dsp:cNvPr id="0" name=""/>
        <dsp:cNvSpPr/>
      </dsp:nvSpPr>
      <dsp:spPr>
        <a:xfrm>
          <a:off x="6167541" y="1729513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External data</a:t>
          </a:r>
        </a:p>
      </dsp:txBody>
      <dsp:txXfrm>
        <a:off x="6167541" y="1729513"/>
        <a:ext cx="825176" cy="412588"/>
      </dsp:txXfrm>
    </dsp:sp>
    <dsp:sp modelId="{42D02F60-B6BA-41C9-9A09-E664F5EEE130}">
      <dsp:nvSpPr>
        <dsp:cNvPr id="0" name=""/>
        <dsp:cNvSpPr/>
      </dsp:nvSpPr>
      <dsp:spPr>
        <a:xfrm>
          <a:off x="6373835" y="2448241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public</a:t>
          </a:r>
        </a:p>
      </dsp:txBody>
      <dsp:txXfrm>
        <a:off x="6373835" y="2448241"/>
        <a:ext cx="825176" cy="412588"/>
      </dsp:txXfrm>
    </dsp:sp>
    <dsp:sp modelId="{09EBBA01-B693-4306-ACDA-5DF97B4B3D86}">
      <dsp:nvSpPr>
        <dsp:cNvPr id="0" name=""/>
        <dsp:cNvSpPr/>
      </dsp:nvSpPr>
      <dsp:spPr>
        <a:xfrm>
          <a:off x="6375723" y="3186518"/>
          <a:ext cx="825176" cy="412588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>
              <a:solidFill>
                <a:srgbClr val="3333CC">
                  <a:lumMod val="50000"/>
                </a:srgb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commercial</a:t>
          </a:r>
        </a:p>
      </dsp:txBody>
      <dsp:txXfrm>
        <a:off x="6375723" y="3186518"/>
        <a:ext cx="825176" cy="4125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62CA7-6F37-43D5-B4BA-4B43060114D2}">
      <dsp:nvSpPr>
        <dsp:cNvPr id="0" name=""/>
        <dsp:cNvSpPr/>
      </dsp:nvSpPr>
      <dsp:spPr>
        <a:xfrm>
          <a:off x="3390718" y="724318"/>
          <a:ext cx="2743200" cy="304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576"/>
              </a:lnTo>
              <a:lnTo>
                <a:pt x="2743200" y="152576"/>
              </a:lnTo>
              <a:lnTo>
                <a:pt x="2743200" y="304558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18B11B-C7B8-48DA-98F7-F7DDF3A57F6F}">
      <dsp:nvSpPr>
        <dsp:cNvPr id="0" name=""/>
        <dsp:cNvSpPr/>
      </dsp:nvSpPr>
      <dsp:spPr>
        <a:xfrm>
          <a:off x="723723" y="724318"/>
          <a:ext cx="2666994" cy="304558"/>
        </a:xfrm>
        <a:custGeom>
          <a:avLst/>
          <a:gdLst/>
          <a:ahLst/>
          <a:cxnLst/>
          <a:rect l="0" t="0" r="0" b="0"/>
          <a:pathLst>
            <a:path>
              <a:moveTo>
                <a:pt x="2666994" y="0"/>
              </a:moveTo>
              <a:lnTo>
                <a:pt x="2666994" y="152576"/>
              </a:lnTo>
              <a:lnTo>
                <a:pt x="0" y="152576"/>
              </a:lnTo>
              <a:lnTo>
                <a:pt x="0" y="304558"/>
              </a:lnTo>
            </a:path>
          </a:pathLst>
        </a:custGeom>
        <a:noFill/>
        <a:ln w="25400" cap="flat" cmpd="sng" algn="ctr">
          <a:solidFill>
            <a:schemeClr val="tx2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0BE627-6424-42F3-8098-AF0D1F15E48B}">
      <dsp:nvSpPr>
        <dsp:cNvPr id="0" name=""/>
        <dsp:cNvSpPr/>
      </dsp:nvSpPr>
      <dsp:spPr>
        <a:xfrm>
          <a:off x="1980832" y="594"/>
          <a:ext cx="2819770" cy="72372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Data acquisition</a:t>
          </a:r>
        </a:p>
      </dsp:txBody>
      <dsp:txXfrm>
        <a:off x="1980832" y="594"/>
        <a:ext cx="2819770" cy="723723"/>
      </dsp:txXfrm>
    </dsp:sp>
    <dsp:sp modelId="{E00ED0FF-9C27-478F-AB5B-A30C7A245387}">
      <dsp:nvSpPr>
        <dsp:cNvPr id="0" name=""/>
        <dsp:cNvSpPr/>
      </dsp:nvSpPr>
      <dsp:spPr>
        <a:xfrm>
          <a:off x="0" y="1028876"/>
          <a:ext cx="1447446" cy="72372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Secondary data</a:t>
          </a:r>
        </a:p>
      </dsp:txBody>
      <dsp:txXfrm>
        <a:off x="0" y="1028876"/>
        <a:ext cx="1447446" cy="723723"/>
      </dsp:txXfrm>
    </dsp:sp>
    <dsp:sp modelId="{40C34702-ECB9-4D58-8F83-B6BB2B6AF4E6}">
      <dsp:nvSpPr>
        <dsp:cNvPr id="0" name=""/>
        <dsp:cNvSpPr/>
      </dsp:nvSpPr>
      <dsp:spPr>
        <a:xfrm>
          <a:off x="5410195" y="1028876"/>
          <a:ext cx="1447446" cy="72372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Primary data</a:t>
          </a:r>
        </a:p>
      </dsp:txBody>
      <dsp:txXfrm>
        <a:off x="5410195" y="1028876"/>
        <a:ext cx="1447446" cy="7237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C0007-814F-4B06-920F-6F002EC4455E}">
      <dsp:nvSpPr>
        <dsp:cNvPr id="0" name=""/>
        <dsp:cNvSpPr/>
      </dsp:nvSpPr>
      <dsp:spPr>
        <a:xfrm>
          <a:off x="3411877" y="337924"/>
          <a:ext cx="2417535" cy="10023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0249"/>
              </a:lnTo>
              <a:lnTo>
                <a:pt x="3271715" y="1120249"/>
              </a:lnTo>
              <a:lnTo>
                <a:pt x="3271715" y="1317661"/>
              </a:lnTo>
            </a:path>
          </a:pathLst>
        </a:custGeom>
        <a:noFill/>
        <a:ln w="254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18B11B-C7B8-48DA-98F7-F7DDF3A57F6F}">
      <dsp:nvSpPr>
        <dsp:cNvPr id="0" name=""/>
        <dsp:cNvSpPr/>
      </dsp:nvSpPr>
      <dsp:spPr>
        <a:xfrm>
          <a:off x="930747" y="337924"/>
          <a:ext cx="2481129" cy="1002977"/>
        </a:xfrm>
        <a:custGeom>
          <a:avLst/>
          <a:gdLst/>
          <a:ahLst/>
          <a:cxnLst/>
          <a:rect l="0" t="0" r="0" b="0"/>
          <a:pathLst>
            <a:path>
              <a:moveTo>
                <a:pt x="2800662" y="0"/>
              </a:moveTo>
              <a:lnTo>
                <a:pt x="2800662" y="1121020"/>
              </a:lnTo>
              <a:lnTo>
                <a:pt x="0" y="1121020"/>
              </a:lnTo>
              <a:lnTo>
                <a:pt x="0" y="1318432"/>
              </a:lnTo>
            </a:path>
          </a:pathLst>
        </a:custGeom>
        <a:noFill/>
        <a:ln w="254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20F815-A0AE-4BAE-AA88-6F2F987ACB5E}">
      <dsp:nvSpPr>
        <dsp:cNvPr id="0" name=""/>
        <dsp:cNvSpPr/>
      </dsp:nvSpPr>
      <dsp:spPr>
        <a:xfrm>
          <a:off x="1917865" y="463666"/>
          <a:ext cx="2941563" cy="409743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2. Choose a sampling strategy</a:t>
          </a:r>
        </a:p>
      </dsp:txBody>
      <dsp:txXfrm>
        <a:off x="1917865" y="463666"/>
        <a:ext cx="2941563" cy="409743"/>
      </dsp:txXfrm>
    </dsp:sp>
    <dsp:sp modelId="{C50BE627-6424-42F3-8098-AF0D1F15E48B}">
      <dsp:nvSpPr>
        <dsp:cNvPr id="0" name=""/>
        <dsp:cNvSpPr/>
      </dsp:nvSpPr>
      <dsp:spPr>
        <a:xfrm>
          <a:off x="1934894" y="2"/>
          <a:ext cx="2953966" cy="337922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1. Determine the population of reference</a:t>
          </a:r>
        </a:p>
      </dsp:txBody>
      <dsp:txXfrm>
        <a:off x="1934894" y="2"/>
        <a:ext cx="2953966" cy="337922"/>
      </dsp:txXfrm>
    </dsp:sp>
    <dsp:sp modelId="{E00ED0FF-9C27-478F-AB5B-A30C7A245387}">
      <dsp:nvSpPr>
        <dsp:cNvPr id="0" name=""/>
        <dsp:cNvSpPr/>
      </dsp:nvSpPr>
      <dsp:spPr>
        <a:xfrm>
          <a:off x="0" y="1340902"/>
          <a:ext cx="1861494" cy="472527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Random sampling</a:t>
          </a:r>
        </a:p>
      </dsp:txBody>
      <dsp:txXfrm>
        <a:off x="0" y="1340902"/>
        <a:ext cx="1861494" cy="472527"/>
      </dsp:txXfrm>
    </dsp:sp>
    <dsp:sp modelId="{B38C6661-88D1-4344-AD46-FB8856BBF603}">
      <dsp:nvSpPr>
        <dsp:cNvPr id="0" name=""/>
        <dsp:cNvSpPr/>
      </dsp:nvSpPr>
      <dsp:spPr>
        <a:xfrm>
          <a:off x="4898665" y="1340281"/>
          <a:ext cx="1861494" cy="472527"/>
        </a:xfrm>
        <a:prstGeom prst="rect">
          <a:avLst/>
        </a:prstGeom>
        <a:gradFill rotWithShape="0">
          <a:gsLst>
            <a:gs pos="0">
              <a:srgbClr val="FFFFFF">
                <a:hueOff val="0"/>
                <a:satOff val="0"/>
                <a:lumOff val="0"/>
                <a:alphaOff val="0"/>
                <a:shade val="51000"/>
                <a:satMod val="130000"/>
              </a:srgbClr>
            </a:gs>
            <a:gs pos="80000">
              <a:srgbClr val="FFFFFF">
                <a:hueOff val="0"/>
                <a:satOff val="0"/>
                <a:lumOff val="0"/>
                <a:alphaOff val="0"/>
                <a:shade val="93000"/>
                <a:satMod val="130000"/>
              </a:srgbClr>
            </a:gs>
            <a:gs pos="100000">
              <a:srgbClr val="FFFFFF">
                <a:hueOff val="0"/>
                <a:satOff val="0"/>
                <a:lumOff val="0"/>
                <a:alphaOff val="0"/>
                <a:shade val="94000"/>
                <a:satMod val="135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rPr>
            <a:t>Purposive sampling</a:t>
          </a:r>
        </a:p>
      </dsp:txBody>
      <dsp:txXfrm>
        <a:off x="4898665" y="1340281"/>
        <a:ext cx="1861494" cy="4725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DDDDC-14EF-4C08-A896-3BCE7EC52B5E}">
      <dsp:nvSpPr>
        <dsp:cNvPr id="0" name=""/>
        <dsp:cNvSpPr/>
      </dsp:nvSpPr>
      <dsp:spPr>
        <a:xfrm rot="5400000">
          <a:off x="790727" y="115703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1</a:t>
          </a:r>
        </a:p>
      </dsp:txBody>
      <dsp:txXfrm rot="-5400000">
        <a:off x="904723" y="267696"/>
        <a:ext cx="531978" cy="227991"/>
      </dsp:txXfrm>
    </dsp:sp>
    <dsp:sp modelId="{D869C47D-00C7-4A29-A6FB-8A82C1E1F1FF}">
      <dsp:nvSpPr>
        <dsp:cNvPr id="0" name=""/>
        <dsp:cNvSpPr/>
      </dsp:nvSpPr>
      <dsp:spPr>
        <a:xfrm rot="5400000">
          <a:off x="3458714" y="-1840126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kern="12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Establish analysis design</a:t>
          </a:r>
        </a:p>
      </dsp:txBody>
      <dsp:txXfrm rot="-5400000">
        <a:off x="1616879" y="25823"/>
        <a:ext cx="4153535" cy="445751"/>
      </dsp:txXfrm>
    </dsp:sp>
    <dsp:sp modelId="{49ABFC06-8CAA-4390-BA28-BD0FB21852E4}">
      <dsp:nvSpPr>
        <dsp:cNvPr id="0" name=""/>
        <dsp:cNvSpPr/>
      </dsp:nvSpPr>
      <dsp:spPr>
        <a:xfrm rot="5400000">
          <a:off x="790727" y="752738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2</a:t>
          </a:r>
        </a:p>
      </dsp:txBody>
      <dsp:txXfrm rot="-5400000">
        <a:off x="904723" y="904731"/>
        <a:ext cx="531978" cy="227991"/>
      </dsp:txXfrm>
    </dsp:sp>
    <dsp:sp modelId="{155F36B5-43C0-416C-93F8-356C83CB1B9C}">
      <dsp:nvSpPr>
        <dsp:cNvPr id="0" name=""/>
        <dsp:cNvSpPr/>
      </dsp:nvSpPr>
      <dsp:spPr>
        <a:xfrm rot="5400000">
          <a:off x="3458714" y="-1203091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Develop measures</a:t>
          </a:r>
        </a:p>
      </dsp:txBody>
      <dsp:txXfrm rot="-5400000">
        <a:off x="1616879" y="662858"/>
        <a:ext cx="4153535" cy="445751"/>
      </dsp:txXfrm>
    </dsp:sp>
    <dsp:sp modelId="{46E21CA5-C8E2-402A-AC4F-46CC56CA4630}">
      <dsp:nvSpPr>
        <dsp:cNvPr id="0" name=""/>
        <dsp:cNvSpPr/>
      </dsp:nvSpPr>
      <dsp:spPr>
        <a:xfrm rot="5400000">
          <a:off x="790727" y="1389773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3</a:t>
          </a:r>
        </a:p>
      </dsp:txBody>
      <dsp:txXfrm rot="-5400000">
        <a:off x="904723" y="1541766"/>
        <a:ext cx="531978" cy="227991"/>
      </dsp:txXfrm>
    </dsp:sp>
    <dsp:sp modelId="{9AF8CD92-BD2A-4F87-8F7E-C2D7B6EB1D86}">
      <dsp:nvSpPr>
        <dsp:cNvPr id="0" name=""/>
        <dsp:cNvSpPr/>
      </dsp:nvSpPr>
      <dsp:spPr>
        <a:xfrm rot="5400000">
          <a:off x="3458714" y="-566056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Collect data</a:t>
          </a:r>
        </a:p>
      </dsp:txBody>
      <dsp:txXfrm rot="-5400000">
        <a:off x="1616879" y="1299893"/>
        <a:ext cx="4153535" cy="445751"/>
      </dsp:txXfrm>
    </dsp:sp>
    <dsp:sp modelId="{5ADBF579-05DE-4622-95EC-26745D4DD303}">
      <dsp:nvSpPr>
        <dsp:cNvPr id="0" name=""/>
        <dsp:cNvSpPr/>
      </dsp:nvSpPr>
      <dsp:spPr>
        <a:xfrm rot="5400000">
          <a:off x="790727" y="2026808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4</a:t>
          </a:r>
        </a:p>
      </dsp:txBody>
      <dsp:txXfrm rot="-5400000">
        <a:off x="904723" y="2178801"/>
        <a:ext cx="531978" cy="227991"/>
      </dsp:txXfrm>
    </dsp:sp>
    <dsp:sp modelId="{BAE97EE3-719A-4B07-8C6E-850E43355025}">
      <dsp:nvSpPr>
        <dsp:cNvPr id="0" name=""/>
        <dsp:cNvSpPr/>
      </dsp:nvSpPr>
      <dsp:spPr>
        <a:xfrm rot="5400000">
          <a:off x="3458714" y="70977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 err="1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Analyze</a:t>
          </a:r>
          <a:r>
            <a:rPr lang="en-GB" sz="2000" kern="12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 data</a:t>
          </a:r>
        </a:p>
      </dsp:txBody>
      <dsp:txXfrm rot="-5400000">
        <a:off x="1616879" y="1936926"/>
        <a:ext cx="4153535" cy="445751"/>
      </dsp:txXfrm>
    </dsp:sp>
    <dsp:sp modelId="{43AA569B-AB76-4D72-B1C0-724DA530A17B}">
      <dsp:nvSpPr>
        <dsp:cNvPr id="0" name=""/>
        <dsp:cNvSpPr/>
      </dsp:nvSpPr>
      <dsp:spPr>
        <a:xfrm rot="5400000">
          <a:off x="790727" y="2663842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5</a:t>
          </a:r>
        </a:p>
      </dsp:txBody>
      <dsp:txXfrm rot="-5400000">
        <a:off x="904723" y="2815835"/>
        <a:ext cx="531978" cy="227991"/>
      </dsp:txXfrm>
    </dsp:sp>
    <dsp:sp modelId="{6B3ED616-FB59-4989-B81A-43A3374C04DA}">
      <dsp:nvSpPr>
        <dsp:cNvPr id="0" name=""/>
        <dsp:cNvSpPr/>
      </dsp:nvSpPr>
      <dsp:spPr>
        <a:xfrm rot="5400000">
          <a:off x="3458714" y="708012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Write</a:t>
          </a:r>
        </a:p>
      </dsp:txBody>
      <dsp:txXfrm rot="-5400000">
        <a:off x="1616879" y="2573961"/>
        <a:ext cx="4153535" cy="4457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DDDDC-14EF-4C08-A896-3BCE7EC52B5E}">
      <dsp:nvSpPr>
        <dsp:cNvPr id="0" name=""/>
        <dsp:cNvSpPr/>
      </dsp:nvSpPr>
      <dsp:spPr>
        <a:xfrm rot="5400000">
          <a:off x="790727" y="115703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1</a:t>
          </a:r>
        </a:p>
      </dsp:txBody>
      <dsp:txXfrm rot="-5400000">
        <a:off x="904723" y="267696"/>
        <a:ext cx="531978" cy="227991"/>
      </dsp:txXfrm>
    </dsp:sp>
    <dsp:sp modelId="{D869C47D-00C7-4A29-A6FB-8A82C1E1F1FF}">
      <dsp:nvSpPr>
        <dsp:cNvPr id="0" name=""/>
        <dsp:cNvSpPr/>
      </dsp:nvSpPr>
      <dsp:spPr>
        <a:xfrm rot="5400000">
          <a:off x="3458714" y="-1840126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kern="12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Establish analysis design</a:t>
          </a:r>
        </a:p>
      </dsp:txBody>
      <dsp:txXfrm rot="-5400000">
        <a:off x="1616879" y="25823"/>
        <a:ext cx="4153535" cy="445751"/>
      </dsp:txXfrm>
    </dsp:sp>
    <dsp:sp modelId="{49ABFC06-8CAA-4390-BA28-BD0FB21852E4}">
      <dsp:nvSpPr>
        <dsp:cNvPr id="0" name=""/>
        <dsp:cNvSpPr/>
      </dsp:nvSpPr>
      <dsp:spPr>
        <a:xfrm rot="5400000">
          <a:off x="790727" y="752738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2</a:t>
          </a:r>
        </a:p>
      </dsp:txBody>
      <dsp:txXfrm rot="-5400000">
        <a:off x="904723" y="904731"/>
        <a:ext cx="531978" cy="227991"/>
      </dsp:txXfrm>
    </dsp:sp>
    <dsp:sp modelId="{155F36B5-43C0-416C-93F8-356C83CB1B9C}">
      <dsp:nvSpPr>
        <dsp:cNvPr id="0" name=""/>
        <dsp:cNvSpPr/>
      </dsp:nvSpPr>
      <dsp:spPr>
        <a:xfrm rot="5400000">
          <a:off x="3458714" y="-1203091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rgbClr val="4967AA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Develop measures</a:t>
          </a:r>
        </a:p>
      </dsp:txBody>
      <dsp:txXfrm rot="-5400000">
        <a:off x="1616879" y="662858"/>
        <a:ext cx="4153535" cy="445751"/>
      </dsp:txXfrm>
    </dsp:sp>
    <dsp:sp modelId="{46E21CA5-C8E2-402A-AC4F-46CC56CA4630}">
      <dsp:nvSpPr>
        <dsp:cNvPr id="0" name=""/>
        <dsp:cNvSpPr/>
      </dsp:nvSpPr>
      <dsp:spPr>
        <a:xfrm rot="5400000">
          <a:off x="790727" y="1389773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3</a:t>
          </a:r>
        </a:p>
      </dsp:txBody>
      <dsp:txXfrm rot="-5400000">
        <a:off x="904723" y="1541766"/>
        <a:ext cx="531978" cy="227991"/>
      </dsp:txXfrm>
    </dsp:sp>
    <dsp:sp modelId="{9AF8CD92-BD2A-4F87-8F7E-C2D7B6EB1D86}">
      <dsp:nvSpPr>
        <dsp:cNvPr id="0" name=""/>
        <dsp:cNvSpPr/>
      </dsp:nvSpPr>
      <dsp:spPr>
        <a:xfrm rot="5400000">
          <a:off x="3458714" y="-566056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Collect data</a:t>
          </a:r>
        </a:p>
      </dsp:txBody>
      <dsp:txXfrm rot="-5400000">
        <a:off x="1616879" y="1299893"/>
        <a:ext cx="4153535" cy="445751"/>
      </dsp:txXfrm>
    </dsp:sp>
    <dsp:sp modelId="{5ADBF579-05DE-4622-95EC-26745D4DD303}">
      <dsp:nvSpPr>
        <dsp:cNvPr id="0" name=""/>
        <dsp:cNvSpPr/>
      </dsp:nvSpPr>
      <dsp:spPr>
        <a:xfrm rot="5400000">
          <a:off x="790727" y="2026808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4</a:t>
          </a:r>
        </a:p>
      </dsp:txBody>
      <dsp:txXfrm rot="-5400000">
        <a:off x="904723" y="2178801"/>
        <a:ext cx="531978" cy="227991"/>
      </dsp:txXfrm>
    </dsp:sp>
    <dsp:sp modelId="{BAE97EE3-719A-4B07-8C6E-850E43355025}">
      <dsp:nvSpPr>
        <dsp:cNvPr id="0" name=""/>
        <dsp:cNvSpPr/>
      </dsp:nvSpPr>
      <dsp:spPr>
        <a:xfrm rot="5400000">
          <a:off x="3458714" y="70977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 err="1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Analyze</a:t>
          </a:r>
          <a:r>
            <a:rPr lang="en-GB" sz="2000" kern="12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 data</a:t>
          </a:r>
        </a:p>
      </dsp:txBody>
      <dsp:txXfrm rot="-5400000">
        <a:off x="1616879" y="1936926"/>
        <a:ext cx="4153535" cy="445751"/>
      </dsp:txXfrm>
    </dsp:sp>
    <dsp:sp modelId="{43AA569B-AB76-4D72-B1C0-724DA530A17B}">
      <dsp:nvSpPr>
        <dsp:cNvPr id="0" name=""/>
        <dsp:cNvSpPr/>
      </dsp:nvSpPr>
      <dsp:spPr>
        <a:xfrm rot="5400000">
          <a:off x="790727" y="2663842"/>
          <a:ext cx="759969" cy="531978"/>
        </a:xfrm>
        <a:prstGeom prst="chevron">
          <a:avLst/>
        </a:prstGeom>
        <a:solidFill>
          <a:schemeClr val="tx2">
            <a:lumMod val="50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b="1" kern="1200" dirty="0">
              <a:solidFill>
                <a:srgbClr val="FFFFFF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5</a:t>
          </a:r>
        </a:p>
      </dsp:txBody>
      <dsp:txXfrm rot="-5400000">
        <a:off x="904723" y="2815835"/>
        <a:ext cx="531978" cy="227991"/>
      </dsp:txXfrm>
    </dsp:sp>
    <dsp:sp modelId="{6B3ED616-FB59-4989-B81A-43A3374C04DA}">
      <dsp:nvSpPr>
        <dsp:cNvPr id="0" name=""/>
        <dsp:cNvSpPr/>
      </dsp:nvSpPr>
      <dsp:spPr>
        <a:xfrm rot="5400000">
          <a:off x="3458714" y="708012"/>
          <a:ext cx="493979" cy="4177649"/>
        </a:xfrm>
        <a:prstGeom prst="round2SameRect">
          <a:avLst/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9525" cap="flat" cmpd="sng" algn="ctr">
          <a:solidFill>
            <a:srgbClr val="2D2DB9">
              <a:lumMod val="50000"/>
            </a:srgb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>
              <a:solidFill>
                <a:schemeClr val="tx2"/>
              </a:solidFill>
              <a:latin typeface="Arial" panose="020B0604020202020204" pitchFamily="34" charset="0"/>
              <a:ea typeface="MS Gothic"/>
              <a:cs typeface="Arial" panose="020B0604020202020204" pitchFamily="34" charset="0"/>
            </a:rPr>
            <a:t>Write</a:t>
          </a:r>
        </a:p>
      </dsp:txBody>
      <dsp:txXfrm rot="-5400000">
        <a:off x="1616879" y="2573961"/>
        <a:ext cx="4153535" cy="4457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DAE3C-EE5B-4DE4-9720-9942728FE0CF}">
      <dsp:nvSpPr>
        <dsp:cNvPr id="0" name=""/>
        <dsp:cNvSpPr/>
      </dsp:nvSpPr>
      <dsp:spPr>
        <a:xfrm rot="19200000">
          <a:off x="1923" y="1433417"/>
          <a:ext cx="1481379" cy="962896"/>
        </a:xfrm>
        <a:prstGeom prst="round2Same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 prstMaterial="dkEdg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36830" rIns="11049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900" kern="1200" dirty="0"/>
            <a:t>Mode</a:t>
          </a:r>
          <a:endParaRPr lang="en-GB" sz="2900" kern="1200" dirty="0"/>
        </a:p>
      </dsp:txBody>
      <dsp:txXfrm>
        <a:off x="64035" y="1474923"/>
        <a:ext cx="1387369" cy="915891"/>
      </dsp:txXfrm>
    </dsp:sp>
    <dsp:sp modelId="{B10F15DE-963F-41CA-AEA1-41EE3A3980B1}">
      <dsp:nvSpPr>
        <dsp:cNvPr id="0" name=""/>
        <dsp:cNvSpPr/>
      </dsp:nvSpPr>
      <dsp:spPr>
        <a:xfrm>
          <a:off x="1678660" y="823135"/>
          <a:ext cx="1481379" cy="962896"/>
        </a:xfrm>
        <a:prstGeom prst="round2Same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 prstMaterial="dkEdg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36830" rIns="11049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900" kern="1200" dirty="0"/>
            <a:t>Median</a:t>
          </a:r>
          <a:endParaRPr lang="en-GB" sz="2900" kern="1200" dirty="0"/>
        </a:p>
      </dsp:txBody>
      <dsp:txXfrm>
        <a:off x="1725665" y="870140"/>
        <a:ext cx="1387369" cy="915891"/>
      </dsp:txXfrm>
    </dsp:sp>
    <dsp:sp modelId="{1579C326-13A3-4415-AF9D-045190DE4781}">
      <dsp:nvSpPr>
        <dsp:cNvPr id="0" name=""/>
        <dsp:cNvSpPr/>
      </dsp:nvSpPr>
      <dsp:spPr>
        <a:xfrm rot="2400000">
          <a:off x="3355397" y="1433417"/>
          <a:ext cx="1481379" cy="962896"/>
        </a:xfrm>
        <a:prstGeom prst="round2SameRect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 prstMaterial="dkEdg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36830" rIns="11049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900" kern="1200" dirty="0"/>
            <a:t>Mean</a:t>
          </a:r>
          <a:endParaRPr lang="en-GB" sz="2900" kern="1200" dirty="0"/>
        </a:p>
      </dsp:txBody>
      <dsp:txXfrm>
        <a:off x="3387295" y="1474923"/>
        <a:ext cx="1387369" cy="91589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sp:txBody>
      <dsp:txXfrm>
        <a:off x="0" y="464501"/>
        <a:ext cx="2191582" cy="463176"/>
      </dsp:txXfrm>
    </dsp:sp>
    <dsp:sp modelId="{F4DC0E9E-C257-4FDB-AD63-E3C0DD58425C}">
      <dsp:nvSpPr>
        <dsp:cNvPr id="0" name=""/>
        <dsp:cNvSpPr/>
      </dsp:nvSpPr>
      <dsp:spPr>
        <a:xfrm>
          <a:off x="47208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sp:txBody>
      <dsp:txXfrm>
        <a:off x="200619" y="828154"/>
        <a:ext cx="2038171" cy="375285"/>
      </dsp:txXfrm>
    </dsp:sp>
    <dsp:sp modelId="{3BA6750B-7C19-4BE5-9DA4-EB5762DC6EA5}">
      <dsp:nvSpPr>
        <dsp:cNvPr id="0" name=""/>
        <dsp:cNvSpPr/>
      </dsp:nvSpPr>
      <dsp:spPr>
        <a:xfrm>
          <a:off x="47208" y="1310584"/>
          <a:ext cx="160997" cy="160997"/>
        </a:xfrm>
        <a:prstGeom prst="rect">
          <a:avLst/>
        </a:prstGeom>
        <a:solidFill>
          <a:srgbClr val="FFFFF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sp:txBody>
      <dsp:txXfrm>
        <a:off x="200619" y="1203440"/>
        <a:ext cx="2038171" cy="375285"/>
      </dsp:txXfrm>
    </dsp:sp>
    <dsp:sp modelId="{F428CB9C-0BC7-41E0-BD50-213035FB45C7}">
      <dsp:nvSpPr>
        <dsp:cNvPr id="0" name=""/>
        <dsp:cNvSpPr/>
      </dsp:nvSpPr>
      <dsp:spPr>
        <a:xfrm>
          <a:off x="47208" y="1685870"/>
          <a:ext cx="160997" cy="160997"/>
        </a:xfrm>
        <a:prstGeom prst="rect">
          <a:avLst/>
        </a:prstGeom>
        <a:solidFill>
          <a:srgbClr val="FFFFF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sp:txBody>
      <dsp:txXfrm>
        <a:off x="200619" y="1578726"/>
        <a:ext cx="2038171" cy="3752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sp:txBody>
      <dsp:txXfrm>
        <a:off x="0" y="464501"/>
        <a:ext cx="2191582" cy="463176"/>
      </dsp:txXfrm>
    </dsp:sp>
    <dsp:sp modelId="{F4DC0E9E-C257-4FDB-AD63-E3C0DD58425C}">
      <dsp:nvSpPr>
        <dsp:cNvPr id="0" name=""/>
        <dsp:cNvSpPr/>
      </dsp:nvSpPr>
      <dsp:spPr>
        <a:xfrm>
          <a:off x="47208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sp:txBody>
      <dsp:txXfrm>
        <a:off x="200619" y="828154"/>
        <a:ext cx="2038171" cy="375285"/>
      </dsp:txXfrm>
    </dsp:sp>
    <dsp:sp modelId="{3BA6750B-7C19-4BE5-9DA4-EB5762DC6EA5}">
      <dsp:nvSpPr>
        <dsp:cNvPr id="0" name=""/>
        <dsp:cNvSpPr/>
      </dsp:nvSpPr>
      <dsp:spPr>
        <a:xfrm>
          <a:off x="47208" y="1310584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sp:txBody>
      <dsp:txXfrm>
        <a:off x="200619" y="1203440"/>
        <a:ext cx="2038171" cy="375285"/>
      </dsp:txXfrm>
    </dsp:sp>
    <dsp:sp modelId="{F428CB9C-0BC7-41E0-BD50-213035FB45C7}">
      <dsp:nvSpPr>
        <dsp:cNvPr id="0" name=""/>
        <dsp:cNvSpPr/>
      </dsp:nvSpPr>
      <dsp:spPr>
        <a:xfrm>
          <a:off x="47208" y="1685870"/>
          <a:ext cx="160997" cy="160997"/>
        </a:xfrm>
        <a:prstGeom prst="rect">
          <a:avLst/>
        </a:prstGeom>
        <a:solidFill>
          <a:srgbClr val="FFFFFF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sp:txBody>
      <dsp:txXfrm>
        <a:off x="200619" y="1578726"/>
        <a:ext cx="2038171" cy="3752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sp:txBody>
      <dsp:txXfrm>
        <a:off x="0" y="464501"/>
        <a:ext cx="2191582" cy="463176"/>
      </dsp:txXfrm>
    </dsp:sp>
    <dsp:sp modelId="{F4DC0E9E-C257-4FDB-AD63-E3C0DD58425C}">
      <dsp:nvSpPr>
        <dsp:cNvPr id="0" name=""/>
        <dsp:cNvSpPr/>
      </dsp:nvSpPr>
      <dsp:spPr>
        <a:xfrm>
          <a:off x="67603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sp:txBody>
      <dsp:txXfrm>
        <a:off x="200619" y="828154"/>
        <a:ext cx="2038171" cy="375285"/>
      </dsp:txXfrm>
    </dsp:sp>
    <dsp:sp modelId="{3BA6750B-7C19-4BE5-9DA4-EB5762DC6EA5}">
      <dsp:nvSpPr>
        <dsp:cNvPr id="0" name=""/>
        <dsp:cNvSpPr/>
      </dsp:nvSpPr>
      <dsp:spPr>
        <a:xfrm>
          <a:off x="67603" y="1310584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sp:txBody>
      <dsp:txXfrm>
        <a:off x="200619" y="1203440"/>
        <a:ext cx="2038171" cy="375285"/>
      </dsp:txXfrm>
    </dsp:sp>
    <dsp:sp modelId="{F428CB9C-0BC7-41E0-BD50-213035FB45C7}">
      <dsp:nvSpPr>
        <dsp:cNvPr id="0" name=""/>
        <dsp:cNvSpPr/>
      </dsp:nvSpPr>
      <dsp:spPr>
        <a:xfrm>
          <a:off x="67603" y="1685870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sp:txBody>
      <dsp:txXfrm>
        <a:off x="200619" y="1578726"/>
        <a:ext cx="2038171" cy="37528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7208" y="463176"/>
          <a:ext cx="2191582" cy="25783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7208" y="560008"/>
          <a:ext cx="161001" cy="161001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0" y="464501"/>
          <a:ext cx="2191582" cy="463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Measure</a:t>
          </a:r>
        </a:p>
      </dsp:txBody>
      <dsp:txXfrm>
        <a:off x="0" y="464501"/>
        <a:ext cx="2191582" cy="463176"/>
      </dsp:txXfrm>
    </dsp:sp>
    <dsp:sp modelId="{F4DC0E9E-C257-4FDB-AD63-E3C0DD58425C}">
      <dsp:nvSpPr>
        <dsp:cNvPr id="0" name=""/>
        <dsp:cNvSpPr/>
      </dsp:nvSpPr>
      <dsp:spPr>
        <a:xfrm>
          <a:off x="47208" y="935298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200619" y="828154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Mode</a:t>
          </a:r>
        </a:p>
      </dsp:txBody>
      <dsp:txXfrm>
        <a:off x="200619" y="828154"/>
        <a:ext cx="2038171" cy="375285"/>
      </dsp:txXfrm>
    </dsp:sp>
    <dsp:sp modelId="{3BA6750B-7C19-4BE5-9DA4-EB5762DC6EA5}">
      <dsp:nvSpPr>
        <dsp:cNvPr id="0" name=""/>
        <dsp:cNvSpPr/>
      </dsp:nvSpPr>
      <dsp:spPr>
        <a:xfrm>
          <a:off x="47208" y="1310584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200619" y="1203440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Median</a:t>
          </a:r>
        </a:p>
      </dsp:txBody>
      <dsp:txXfrm>
        <a:off x="200619" y="1203440"/>
        <a:ext cx="2038171" cy="375285"/>
      </dsp:txXfrm>
    </dsp:sp>
    <dsp:sp modelId="{F428CB9C-0BC7-41E0-BD50-213035FB45C7}">
      <dsp:nvSpPr>
        <dsp:cNvPr id="0" name=""/>
        <dsp:cNvSpPr/>
      </dsp:nvSpPr>
      <dsp:spPr>
        <a:xfrm>
          <a:off x="47208" y="1685870"/>
          <a:ext cx="160997" cy="160997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rgbClr val="2D2DB9">
              <a:lumMod val="50000"/>
            </a:srgbClr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200619" y="1578726"/>
          <a:ext cx="2038171" cy="375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>
              <a:solidFill>
                <a:srgbClr val="2D2DB9">
                  <a:lumMod val="50000"/>
                </a:srgbClr>
              </a:solidFill>
              <a:latin typeface="Arial"/>
              <a:ea typeface="MS Gothic"/>
              <a:cs typeface="+mn-cs"/>
            </a:rPr>
            <a:t>Mean</a:t>
          </a:r>
        </a:p>
      </dsp:txBody>
      <dsp:txXfrm>
        <a:off x="200619" y="1578726"/>
        <a:ext cx="2038171" cy="37528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53957" y="291249"/>
          <a:ext cx="1378084" cy="1621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53957" y="352137"/>
          <a:ext cx="101239" cy="10123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340431" y="292082"/>
          <a:ext cx="1378084" cy="29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sp:txBody>
      <dsp:txXfrm>
        <a:off x="340431" y="292082"/>
        <a:ext cx="1378084" cy="291249"/>
      </dsp:txXfrm>
    </dsp:sp>
    <dsp:sp modelId="{F4DC0E9E-C257-4FDB-AD63-E3C0DD58425C}">
      <dsp:nvSpPr>
        <dsp:cNvPr id="0" name=""/>
        <dsp:cNvSpPr/>
      </dsp:nvSpPr>
      <dsp:spPr>
        <a:xfrm>
          <a:off x="453957" y="588123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550423" y="520750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sp:txBody>
      <dsp:txXfrm>
        <a:off x="550423" y="520750"/>
        <a:ext cx="1281618" cy="235982"/>
      </dsp:txXfrm>
    </dsp:sp>
    <dsp:sp modelId="{3BA6750B-7C19-4BE5-9DA4-EB5762DC6EA5}">
      <dsp:nvSpPr>
        <dsp:cNvPr id="0" name=""/>
        <dsp:cNvSpPr/>
      </dsp:nvSpPr>
      <dsp:spPr>
        <a:xfrm>
          <a:off x="453957" y="824105"/>
          <a:ext cx="101236" cy="1012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550423" y="756732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sp:txBody>
      <dsp:txXfrm>
        <a:off x="550423" y="756732"/>
        <a:ext cx="1281618" cy="235982"/>
      </dsp:txXfrm>
    </dsp:sp>
    <dsp:sp modelId="{F428CB9C-0BC7-41E0-BD50-213035FB45C7}">
      <dsp:nvSpPr>
        <dsp:cNvPr id="0" name=""/>
        <dsp:cNvSpPr/>
      </dsp:nvSpPr>
      <dsp:spPr>
        <a:xfrm>
          <a:off x="453957" y="1060088"/>
          <a:ext cx="101236" cy="1012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550423" y="992715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sp:txBody>
      <dsp:txXfrm>
        <a:off x="550423" y="992715"/>
        <a:ext cx="1281618" cy="235982"/>
      </dsp:txXfrm>
    </dsp:sp>
    <dsp:sp modelId="{022B9A8C-17E2-4962-B000-2E0C30E178D0}">
      <dsp:nvSpPr>
        <dsp:cNvPr id="0" name=""/>
        <dsp:cNvSpPr/>
      </dsp:nvSpPr>
      <dsp:spPr>
        <a:xfrm>
          <a:off x="453957" y="1296071"/>
          <a:ext cx="101236" cy="1012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CB239-02A3-44ED-AAB8-A3F218DD55F5}">
      <dsp:nvSpPr>
        <dsp:cNvPr id="0" name=""/>
        <dsp:cNvSpPr/>
      </dsp:nvSpPr>
      <dsp:spPr>
        <a:xfrm>
          <a:off x="550423" y="1228698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sp:txBody>
      <dsp:txXfrm>
        <a:off x="550423" y="1228698"/>
        <a:ext cx="1281618" cy="2359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53957" y="291249"/>
          <a:ext cx="1378084" cy="1621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53957" y="352137"/>
          <a:ext cx="101239" cy="10123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340431" y="292082"/>
          <a:ext cx="1378084" cy="29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sp:txBody>
      <dsp:txXfrm>
        <a:off x="340431" y="292082"/>
        <a:ext cx="1378084" cy="291249"/>
      </dsp:txXfrm>
    </dsp:sp>
    <dsp:sp modelId="{F4DC0E9E-C257-4FDB-AD63-E3C0DD58425C}">
      <dsp:nvSpPr>
        <dsp:cNvPr id="0" name=""/>
        <dsp:cNvSpPr/>
      </dsp:nvSpPr>
      <dsp:spPr>
        <a:xfrm>
          <a:off x="453957" y="588123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550423" y="520750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sp:txBody>
      <dsp:txXfrm>
        <a:off x="550423" y="520750"/>
        <a:ext cx="1281618" cy="235982"/>
      </dsp:txXfrm>
    </dsp:sp>
    <dsp:sp modelId="{3BA6750B-7C19-4BE5-9DA4-EB5762DC6EA5}">
      <dsp:nvSpPr>
        <dsp:cNvPr id="0" name=""/>
        <dsp:cNvSpPr/>
      </dsp:nvSpPr>
      <dsp:spPr>
        <a:xfrm>
          <a:off x="453957" y="824105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550423" y="756732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sp:txBody>
      <dsp:txXfrm>
        <a:off x="550423" y="756732"/>
        <a:ext cx="1281618" cy="235982"/>
      </dsp:txXfrm>
    </dsp:sp>
    <dsp:sp modelId="{F428CB9C-0BC7-41E0-BD50-213035FB45C7}">
      <dsp:nvSpPr>
        <dsp:cNvPr id="0" name=""/>
        <dsp:cNvSpPr/>
      </dsp:nvSpPr>
      <dsp:spPr>
        <a:xfrm>
          <a:off x="453957" y="1060088"/>
          <a:ext cx="101236" cy="1012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550423" y="992715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sp:txBody>
      <dsp:txXfrm>
        <a:off x="550423" y="992715"/>
        <a:ext cx="1281618" cy="235982"/>
      </dsp:txXfrm>
    </dsp:sp>
    <dsp:sp modelId="{022B9A8C-17E2-4962-B000-2E0C30E178D0}">
      <dsp:nvSpPr>
        <dsp:cNvPr id="0" name=""/>
        <dsp:cNvSpPr/>
      </dsp:nvSpPr>
      <dsp:spPr>
        <a:xfrm>
          <a:off x="453957" y="1296071"/>
          <a:ext cx="101236" cy="10123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CB239-02A3-44ED-AAB8-A3F218DD55F5}">
      <dsp:nvSpPr>
        <dsp:cNvPr id="0" name=""/>
        <dsp:cNvSpPr/>
      </dsp:nvSpPr>
      <dsp:spPr>
        <a:xfrm>
          <a:off x="550423" y="1228698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sp:txBody>
      <dsp:txXfrm>
        <a:off x="550423" y="1228698"/>
        <a:ext cx="1281618" cy="23598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53957" y="291249"/>
          <a:ext cx="1378084" cy="1621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53957" y="352137"/>
          <a:ext cx="101239" cy="10123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340431" y="292082"/>
          <a:ext cx="1378084" cy="29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sp:txBody>
      <dsp:txXfrm>
        <a:off x="340431" y="292082"/>
        <a:ext cx="1378084" cy="291249"/>
      </dsp:txXfrm>
    </dsp:sp>
    <dsp:sp modelId="{F4DC0E9E-C257-4FDB-AD63-E3C0DD58425C}">
      <dsp:nvSpPr>
        <dsp:cNvPr id="0" name=""/>
        <dsp:cNvSpPr/>
      </dsp:nvSpPr>
      <dsp:spPr>
        <a:xfrm>
          <a:off x="453957" y="588123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550423" y="520750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sp:txBody>
      <dsp:txXfrm>
        <a:off x="550423" y="520750"/>
        <a:ext cx="1281618" cy="235982"/>
      </dsp:txXfrm>
    </dsp:sp>
    <dsp:sp modelId="{3BA6750B-7C19-4BE5-9DA4-EB5762DC6EA5}">
      <dsp:nvSpPr>
        <dsp:cNvPr id="0" name=""/>
        <dsp:cNvSpPr/>
      </dsp:nvSpPr>
      <dsp:spPr>
        <a:xfrm>
          <a:off x="453957" y="824105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550423" y="756732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sp:txBody>
      <dsp:txXfrm>
        <a:off x="550423" y="756732"/>
        <a:ext cx="1281618" cy="235982"/>
      </dsp:txXfrm>
    </dsp:sp>
    <dsp:sp modelId="{F428CB9C-0BC7-41E0-BD50-213035FB45C7}">
      <dsp:nvSpPr>
        <dsp:cNvPr id="0" name=""/>
        <dsp:cNvSpPr/>
      </dsp:nvSpPr>
      <dsp:spPr>
        <a:xfrm>
          <a:off x="453957" y="1060088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550423" y="992715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sp:txBody>
      <dsp:txXfrm>
        <a:off x="550423" y="992715"/>
        <a:ext cx="1281618" cy="235982"/>
      </dsp:txXfrm>
    </dsp:sp>
    <dsp:sp modelId="{022B9A8C-17E2-4962-B000-2E0C30E178D0}">
      <dsp:nvSpPr>
        <dsp:cNvPr id="0" name=""/>
        <dsp:cNvSpPr/>
      </dsp:nvSpPr>
      <dsp:spPr>
        <a:xfrm>
          <a:off x="453957" y="1296071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CB239-02A3-44ED-AAB8-A3F218DD55F5}">
      <dsp:nvSpPr>
        <dsp:cNvPr id="0" name=""/>
        <dsp:cNvSpPr/>
      </dsp:nvSpPr>
      <dsp:spPr>
        <a:xfrm>
          <a:off x="550423" y="1228698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sp:txBody>
      <dsp:txXfrm>
        <a:off x="550423" y="1228698"/>
        <a:ext cx="1281618" cy="23598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7B9ED-EE59-4AED-8936-E0DF3B020E24}">
      <dsp:nvSpPr>
        <dsp:cNvPr id="0" name=""/>
        <dsp:cNvSpPr/>
      </dsp:nvSpPr>
      <dsp:spPr>
        <a:xfrm>
          <a:off x="453957" y="291249"/>
          <a:ext cx="1378084" cy="1621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1A34A-801D-44E1-9D1F-1DD1BC5AD585}">
      <dsp:nvSpPr>
        <dsp:cNvPr id="0" name=""/>
        <dsp:cNvSpPr/>
      </dsp:nvSpPr>
      <dsp:spPr>
        <a:xfrm>
          <a:off x="453957" y="352137"/>
          <a:ext cx="101239" cy="10123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B96A65-31B0-4C7E-AB20-7A5ED48C96C8}">
      <dsp:nvSpPr>
        <dsp:cNvPr id="0" name=""/>
        <dsp:cNvSpPr/>
      </dsp:nvSpPr>
      <dsp:spPr>
        <a:xfrm>
          <a:off x="340431" y="292082"/>
          <a:ext cx="1378084" cy="291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Measure</a:t>
          </a:r>
        </a:p>
      </dsp:txBody>
      <dsp:txXfrm>
        <a:off x="340431" y="292082"/>
        <a:ext cx="1378084" cy="291249"/>
      </dsp:txXfrm>
    </dsp:sp>
    <dsp:sp modelId="{F4DC0E9E-C257-4FDB-AD63-E3C0DD58425C}">
      <dsp:nvSpPr>
        <dsp:cNvPr id="0" name=""/>
        <dsp:cNvSpPr/>
      </dsp:nvSpPr>
      <dsp:spPr>
        <a:xfrm>
          <a:off x="453957" y="588123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E6C18-4407-4DDF-938C-C274655E2C6B}">
      <dsp:nvSpPr>
        <dsp:cNvPr id="0" name=""/>
        <dsp:cNvSpPr/>
      </dsp:nvSpPr>
      <dsp:spPr>
        <a:xfrm>
          <a:off x="550423" y="520750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Range</a:t>
          </a:r>
        </a:p>
      </dsp:txBody>
      <dsp:txXfrm>
        <a:off x="550423" y="520750"/>
        <a:ext cx="1281618" cy="235982"/>
      </dsp:txXfrm>
    </dsp:sp>
    <dsp:sp modelId="{3BA6750B-7C19-4BE5-9DA4-EB5762DC6EA5}">
      <dsp:nvSpPr>
        <dsp:cNvPr id="0" name=""/>
        <dsp:cNvSpPr/>
      </dsp:nvSpPr>
      <dsp:spPr>
        <a:xfrm>
          <a:off x="453957" y="824105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E6F76-314C-4D84-9673-01B055A307B0}">
      <dsp:nvSpPr>
        <dsp:cNvPr id="0" name=""/>
        <dsp:cNvSpPr/>
      </dsp:nvSpPr>
      <dsp:spPr>
        <a:xfrm>
          <a:off x="550423" y="756732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Quartiles</a:t>
          </a:r>
        </a:p>
      </dsp:txBody>
      <dsp:txXfrm>
        <a:off x="550423" y="756732"/>
        <a:ext cx="1281618" cy="235982"/>
      </dsp:txXfrm>
    </dsp:sp>
    <dsp:sp modelId="{F428CB9C-0BC7-41E0-BD50-213035FB45C7}">
      <dsp:nvSpPr>
        <dsp:cNvPr id="0" name=""/>
        <dsp:cNvSpPr/>
      </dsp:nvSpPr>
      <dsp:spPr>
        <a:xfrm>
          <a:off x="453957" y="1060088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E5A512-58C0-4E36-9321-670D1567DF7C}">
      <dsp:nvSpPr>
        <dsp:cNvPr id="0" name=""/>
        <dsp:cNvSpPr/>
      </dsp:nvSpPr>
      <dsp:spPr>
        <a:xfrm>
          <a:off x="550423" y="992715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Variance</a:t>
          </a:r>
        </a:p>
      </dsp:txBody>
      <dsp:txXfrm>
        <a:off x="550423" y="992715"/>
        <a:ext cx="1281618" cy="235982"/>
      </dsp:txXfrm>
    </dsp:sp>
    <dsp:sp modelId="{022B9A8C-17E2-4962-B000-2E0C30E178D0}">
      <dsp:nvSpPr>
        <dsp:cNvPr id="0" name=""/>
        <dsp:cNvSpPr/>
      </dsp:nvSpPr>
      <dsp:spPr>
        <a:xfrm>
          <a:off x="453957" y="1296071"/>
          <a:ext cx="101236" cy="101236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CB239-02A3-44ED-AAB8-A3F218DD55F5}">
      <dsp:nvSpPr>
        <dsp:cNvPr id="0" name=""/>
        <dsp:cNvSpPr/>
      </dsp:nvSpPr>
      <dsp:spPr>
        <a:xfrm>
          <a:off x="550423" y="1228698"/>
          <a:ext cx="1281618" cy="235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Standard deviation</a:t>
          </a:r>
        </a:p>
      </dsp:txBody>
      <dsp:txXfrm>
        <a:off x="550423" y="1228698"/>
        <a:ext cx="1281618" cy="235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92C72-CA01-4D4C-B1C4-5066EC55DB8A}" type="datetimeFigureOut">
              <a:rPr lang="da-DK" smtClean="0"/>
              <a:t>15.05.2022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7638A-64AC-4946-94B4-39EF7D477E6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8651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1DC36-FCF6-4F65-A8BC-386231DA6558}" type="datetimeFigureOut">
              <a:rPr lang="da-DK" smtClean="0"/>
              <a:t>15.05.2022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BDDC2-5BFA-453C-A225-5004D8F0E7E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68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600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3261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0754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0754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2074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5052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4985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411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68481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348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1598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9688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66010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BDDC2-5BFA-453C-A225-5004D8F0E7E2}" type="slidenum">
              <a:rPr lang="da-DK" smtClean="0"/>
              <a:t>32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83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5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6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0" name="Picture 9" descr="akkrediteringer-vandret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3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w.it\Desktop\B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06093" y="0"/>
            <a:ext cx="3837908" cy="34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1" name="Picture 10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aw.it\Desktop\CBS_NET_bold.jpg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97960" y="1"/>
            <a:ext cx="4646040" cy="397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6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7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1" name="Picture 10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27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" y="4443892"/>
            <a:ext cx="9144001" cy="526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20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1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4" name="Picture 13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24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2" y="4443892"/>
            <a:ext cx="9144001" cy="526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9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20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0" name="Picture 9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2" y="4443892"/>
            <a:ext cx="9144001" cy="5266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7"/>
          <p:cNvSpPr>
            <a:spLocks noGrp="1"/>
          </p:cNvSpPr>
          <p:nvPr>
            <p:ph type="body" sz="quarter" idx="10" hasCustomPrompt="1"/>
          </p:nvPr>
        </p:nvSpPr>
        <p:spPr>
          <a:xfrm>
            <a:off x="919163" y="304801"/>
            <a:ext cx="7308850" cy="73098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 b="1" baseline="0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/>
              <a:t>Click to add date, time and optional notes</a:t>
            </a:r>
          </a:p>
        </p:txBody>
      </p:sp>
      <p:sp>
        <p:nvSpPr>
          <p:cNvPr id="17" name="Pladsholder til tekst 19"/>
          <p:cNvSpPr>
            <a:spLocks noGrp="1"/>
          </p:cNvSpPr>
          <p:nvPr>
            <p:ph type="body" sz="quarter" idx="11" hasCustomPrompt="1"/>
          </p:nvPr>
        </p:nvSpPr>
        <p:spPr>
          <a:xfrm>
            <a:off x="919163" y="1035782"/>
            <a:ext cx="7308850" cy="1577946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80000"/>
              </a:lnSpc>
              <a:buNone/>
              <a:defRPr sz="36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title</a:t>
            </a:r>
            <a:endParaRPr lang="da-DK" dirty="0"/>
          </a:p>
        </p:txBody>
      </p:sp>
      <p:sp>
        <p:nvSpPr>
          <p:cNvPr id="18" name="Pladsholder til tekst 21"/>
          <p:cNvSpPr>
            <a:spLocks noGrp="1"/>
          </p:cNvSpPr>
          <p:nvPr>
            <p:ph type="body" sz="quarter" idx="12" hasCustomPrompt="1"/>
          </p:nvPr>
        </p:nvSpPr>
        <p:spPr>
          <a:xfrm>
            <a:off x="919163" y="2613728"/>
            <a:ext cx="7308850" cy="146425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 baseline="0"/>
            </a:lvl1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author</a:t>
            </a:r>
            <a:endParaRPr lang="da-DK" dirty="0"/>
          </a:p>
        </p:txBody>
      </p:sp>
      <p:pic>
        <p:nvPicPr>
          <p:cNvPr id="15" name="Picture 14" descr="akkrediteringer-vandret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65" y="4503142"/>
            <a:ext cx="34417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057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pic>
        <p:nvPicPr>
          <p:cNvPr id="6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960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29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5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804838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4808013" y="28479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370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20750" y="28479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8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808013" y="1019176"/>
            <a:ext cx="3420000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18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1073" y="1019176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</a:t>
            </a:r>
            <a:r>
              <a:rPr lang="da-DK" dirty="0" err="1"/>
              <a:t>add</a:t>
            </a:r>
            <a:r>
              <a:rPr lang="da-DK" dirty="0"/>
              <a:t> text – or click an icon to </a:t>
            </a:r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content</a:t>
            </a:r>
            <a:endParaRPr lang="da-DK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8" y="2847976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050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914248" y="2847976"/>
            <a:ext cx="7305675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1" name="Picture 4" descr="C:\Users\aw.it\Desktop\logo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917575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5" hasCustomPrompt="1"/>
          </p:nvPr>
        </p:nvSpPr>
        <p:spPr>
          <a:xfrm>
            <a:off x="4804838" y="1019176"/>
            <a:ext cx="3420000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917575" y="763181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663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M0128_CBS_Kilen-2731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72" y="0"/>
            <a:ext cx="7717428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3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w.it\Desktop\Picture8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24274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Kilen-2679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75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rgbClr val="4967AA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rgbClr val="4967AA"/>
              </a:solidFill>
              <a:latin typeface="Arial"/>
              <a:cs typeface="Arial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pic>
        <p:nvPicPr>
          <p:cNvPr id="10" name="Picture 4" descr="C:\Users\aw.it\Desktop\log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5" y="4574150"/>
            <a:ext cx="2412000" cy="2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1"/>
            <a:ext cx="7310438" cy="6500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4967AA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9104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M0128_CBS_DalgasHave-2590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2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1520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M0128_CBS_SolbjergPlads-2918.jp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853743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w.it\Desktop\Picture10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9144000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254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917577" y="1019176"/>
            <a:ext cx="7310437" cy="338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Click to add text – or click an icon to add content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39655" y="4523625"/>
            <a:ext cx="378518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B3992C5-A306-ED46-9DB6-FC571D36BE7A}" type="slidenum">
              <a:rPr lang="en-US" sz="1300" b="1" smtClean="0">
                <a:solidFill>
                  <a:schemeClr val="bg1"/>
                </a:solidFill>
                <a:latin typeface="Arial"/>
                <a:cs typeface="Arial"/>
              </a:rPr>
              <a:pPr algn="r"/>
              <a:t>‹#›</a:t>
            </a:fld>
            <a:endParaRPr lang="en-US" sz="13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3" name="Picture 2" descr="C:\Users\aw.it\Desktop\logo_w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4572300"/>
            <a:ext cx="2397600" cy="26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dsholder til tekst 15"/>
          <p:cNvSpPr>
            <a:spLocks noGrp="1"/>
          </p:cNvSpPr>
          <p:nvPr>
            <p:ph type="body" sz="quarter" idx="10" hasCustomPrompt="1"/>
          </p:nvPr>
        </p:nvSpPr>
        <p:spPr>
          <a:xfrm>
            <a:off x="917575" y="304800"/>
            <a:ext cx="7310438" cy="651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sz="2800" dirty="0"/>
              <a:t>Click to add title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5094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914402" y="304800"/>
            <a:ext cx="7313613" cy="45339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4323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2" y="304801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287181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722" r:id="rId4"/>
    <p:sldLayoutId id="2147483688" r:id="rId5"/>
    <p:sldLayoutId id="214748372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"/>
          <p:cNvSpPr>
            <a:spLocks noGrp="1"/>
          </p:cNvSpPr>
          <p:nvPr>
            <p:ph type="body" idx="1"/>
          </p:nvPr>
        </p:nvSpPr>
        <p:spPr>
          <a:xfrm>
            <a:off x="914402" y="304801"/>
            <a:ext cx="7313613" cy="45338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13271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0" r:id="rId2"/>
    <p:sldLayoutId id="2147483708" r:id="rId3"/>
    <p:sldLayoutId id="2147483731" r:id="rId4"/>
    <p:sldLayoutId id="2147483732" r:id="rId5"/>
    <p:sldLayoutId id="214748373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5" Type="http://schemas.openxmlformats.org/officeDocument/2006/relationships/image" Target="../media/image21.wmf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13" Type="http://schemas.microsoft.com/office/2007/relationships/diagramDrawing" Target="../diagrams/drawing9.xml"/><Relationship Id="rId18" Type="http://schemas.microsoft.com/office/2007/relationships/diagramDrawing" Target="../diagrams/drawing10.xml"/><Relationship Id="rId3" Type="http://schemas.openxmlformats.org/officeDocument/2006/relationships/image" Target="../media/image40.png"/><Relationship Id="rId21" Type="http://schemas.openxmlformats.org/officeDocument/2006/relationships/diagramQuickStyle" Target="../diagrams/quickStyle11.xml"/><Relationship Id="rId7" Type="http://schemas.openxmlformats.org/officeDocument/2006/relationships/diagramColors" Target="../diagrams/colors8.xml"/><Relationship Id="rId12" Type="http://schemas.openxmlformats.org/officeDocument/2006/relationships/diagramColors" Target="../diagrams/colors9.xml"/><Relationship Id="rId17" Type="http://schemas.openxmlformats.org/officeDocument/2006/relationships/diagramColors" Target="../diagrams/colors10.xml"/><Relationship Id="rId25" Type="http://schemas.openxmlformats.org/officeDocument/2006/relationships/image" Target="../media/image42.jpeg"/><Relationship Id="rId2" Type="http://schemas.openxmlformats.org/officeDocument/2006/relationships/image" Target="../media/image39.png"/><Relationship Id="rId16" Type="http://schemas.openxmlformats.org/officeDocument/2006/relationships/diagramQuickStyle" Target="../diagrams/quickStyle10.xml"/><Relationship Id="rId20" Type="http://schemas.openxmlformats.org/officeDocument/2006/relationships/diagramLayout" Target="../diagrams/layout11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8.xml"/><Relationship Id="rId11" Type="http://schemas.openxmlformats.org/officeDocument/2006/relationships/diagramQuickStyle" Target="../diagrams/quickStyle9.xml"/><Relationship Id="rId24" Type="http://schemas.openxmlformats.org/officeDocument/2006/relationships/image" Target="../media/image34.png"/><Relationship Id="rId5" Type="http://schemas.openxmlformats.org/officeDocument/2006/relationships/diagramLayout" Target="../diagrams/layout8.xml"/><Relationship Id="rId15" Type="http://schemas.openxmlformats.org/officeDocument/2006/relationships/diagramLayout" Target="../diagrams/layout10.xml"/><Relationship Id="rId23" Type="http://schemas.microsoft.com/office/2007/relationships/diagramDrawing" Target="../diagrams/drawing11.xml"/><Relationship Id="rId10" Type="http://schemas.openxmlformats.org/officeDocument/2006/relationships/diagramLayout" Target="../diagrams/layout9.xml"/><Relationship Id="rId19" Type="http://schemas.openxmlformats.org/officeDocument/2006/relationships/diagramData" Target="../diagrams/data11.xml"/><Relationship Id="rId4" Type="http://schemas.openxmlformats.org/officeDocument/2006/relationships/diagramData" Target="../diagrams/data8.xml"/><Relationship Id="rId9" Type="http://schemas.openxmlformats.org/officeDocument/2006/relationships/diagramData" Target="../diagrams/data9.xml"/><Relationship Id="rId14" Type="http://schemas.openxmlformats.org/officeDocument/2006/relationships/diagramData" Target="../diagrams/data10.xml"/><Relationship Id="rId22" Type="http://schemas.openxmlformats.org/officeDocument/2006/relationships/diagramColors" Target="../diagrams/colors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13" Type="http://schemas.openxmlformats.org/officeDocument/2006/relationships/diagramData" Target="../diagrams/data14.xml"/><Relationship Id="rId18" Type="http://schemas.openxmlformats.org/officeDocument/2006/relationships/diagramData" Target="../diagrams/data15.xml"/><Relationship Id="rId3" Type="http://schemas.openxmlformats.org/officeDocument/2006/relationships/diagramData" Target="../diagrams/data12.xml"/><Relationship Id="rId21" Type="http://schemas.openxmlformats.org/officeDocument/2006/relationships/diagramColors" Target="../diagrams/colors15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17" Type="http://schemas.microsoft.com/office/2007/relationships/diagramDrawing" Target="../diagrams/drawing14.xml"/><Relationship Id="rId25" Type="http://schemas.openxmlformats.org/officeDocument/2006/relationships/image" Target="../media/image51.jpeg"/><Relationship Id="rId2" Type="http://schemas.openxmlformats.org/officeDocument/2006/relationships/image" Target="../media/image50.png"/><Relationship Id="rId16" Type="http://schemas.openxmlformats.org/officeDocument/2006/relationships/diagramColors" Target="../diagrams/colors14.xml"/><Relationship Id="rId20" Type="http://schemas.openxmlformats.org/officeDocument/2006/relationships/diagramQuickStyle" Target="../diagrams/quickStyle1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24" Type="http://schemas.openxmlformats.org/officeDocument/2006/relationships/image" Target="../media/image39.png"/><Relationship Id="rId5" Type="http://schemas.openxmlformats.org/officeDocument/2006/relationships/diagramQuickStyle" Target="../diagrams/quickStyle12.xml"/><Relationship Id="rId15" Type="http://schemas.openxmlformats.org/officeDocument/2006/relationships/diagramQuickStyle" Target="../diagrams/quickStyle14.xml"/><Relationship Id="rId23" Type="http://schemas.openxmlformats.org/officeDocument/2006/relationships/image" Target="../media/image34.png"/><Relationship Id="rId10" Type="http://schemas.openxmlformats.org/officeDocument/2006/relationships/diagramQuickStyle" Target="../diagrams/quickStyle13.xml"/><Relationship Id="rId19" Type="http://schemas.openxmlformats.org/officeDocument/2006/relationships/diagramLayout" Target="../diagrams/layout15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Relationship Id="rId14" Type="http://schemas.openxmlformats.org/officeDocument/2006/relationships/diagramLayout" Target="../diagrams/layout14.xml"/><Relationship Id="rId22" Type="http://schemas.microsoft.com/office/2007/relationships/diagramDrawing" Target="../diagrams/drawin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Fall 2020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Applied quantitative Methods for Non-quantitative doctoral researchers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Session 02: Descriptive statistics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lvl="0"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kern="0" dirty="0">
              <a:solidFill>
                <a:srgbClr val="3333CC">
                  <a:lumMod val="50000"/>
                </a:srgbClr>
              </a:solidFill>
              <a:latin typeface="Arial"/>
              <a:ea typeface="MS Gothic"/>
              <a:cs typeface="+mn-cs"/>
            </a:endParaRPr>
          </a:p>
          <a:p>
            <a:pPr lvl="0"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 err="1">
                <a:solidFill>
                  <a:srgbClr val="4967AA"/>
                </a:solidFill>
              </a:rPr>
              <a:t>Manuele</a:t>
            </a:r>
            <a:r>
              <a:rPr lang="en-GB" sz="1400" b="1" dirty="0">
                <a:solidFill>
                  <a:srgbClr val="4967AA"/>
                </a:solidFill>
              </a:rPr>
              <a:t> Citi</a:t>
            </a:r>
            <a:r>
              <a:rPr lang="en-GB" sz="1400" b="1" baseline="30000" dirty="0">
                <a:solidFill>
                  <a:srgbClr val="4967AA"/>
                </a:solidFill>
              </a:rPr>
              <a:t>1 </a:t>
            </a:r>
            <a:r>
              <a:rPr lang="en-GB" sz="1400" b="1" dirty="0">
                <a:solidFill>
                  <a:srgbClr val="4967AA"/>
                </a:solidFill>
              </a:rPr>
              <a:t>, </a:t>
            </a:r>
            <a:r>
              <a:rPr lang="en-GB" sz="1400" dirty="0">
                <a:solidFill>
                  <a:srgbClr val="4967AA"/>
                </a:solidFill>
              </a:rPr>
              <a:t>Jan Bauer</a:t>
            </a:r>
            <a:r>
              <a:rPr lang="en-GB" sz="1400" baseline="30000" dirty="0">
                <a:solidFill>
                  <a:srgbClr val="4967AA"/>
                </a:solidFill>
              </a:rPr>
              <a:t>1</a:t>
            </a:r>
            <a:r>
              <a:rPr lang="en-GB" sz="1400" dirty="0">
                <a:solidFill>
                  <a:srgbClr val="4967AA"/>
                </a:solidFill>
              </a:rPr>
              <a:t>, </a:t>
            </a:r>
            <a:r>
              <a:rPr lang="en-GB" sz="1400" baseline="30000" dirty="0">
                <a:solidFill>
                  <a:srgbClr val="4967AA"/>
                </a:solidFill>
              </a:rPr>
              <a:t>&amp;</a:t>
            </a:r>
            <a:r>
              <a:rPr lang="en-GB" sz="1400" dirty="0">
                <a:solidFill>
                  <a:srgbClr val="4967AA"/>
                </a:solidFill>
              </a:rPr>
              <a:t> Charles Tackney</a:t>
            </a:r>
            <a:r>
              <a:rPr lang="en-GB" sz="1400" baseline="30000" dirty="0">
                <a:solidFill>
                  <a:srgbClr val="4967AA"/>
                </a:solidFill>
              </a:rPr>
              <a:t>1</a:t>
            </a:r>
          </a:p>
          <a:p>
            <a:pPr lvl="0"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aseline="30000" dirty="0">
              <a:solidFill>
                <a:srgbClr val="4967AA"/>
              </a:solidFill>
            </a:endParaRPr>
          </a:p>
          <a:p>
            <a:pPr lvl="0" defTabSz="457200" fontAlgn="base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aseline="30000" dirty="0">
                <a:solidFill>
                  <a:srgbClr val="4967AA"/>
                </a:solidFill>
              </a:rPr>
              <a:t>1</a:t>
            </a:r>
          </a:p>
          <a:p>
            <a:pPr lvl="0" defTabSz="457200" fontAlgn="base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200" baseline="30000" dirty="0">
              <a:solidFill>
                <a:srgbClr val="4967AA"/>
              </a:solidFill>
            </a:endParaRPr>
          </a:p>
          <a:p>
            <a:pPr lvl="0" defTabSz="457200" fontAlgn="base"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200" baseline="30000" dirty="0">
                <a:solidFill>
                  <a:srgbClr val="4967AA"/>
                </a:solidFill>
              </a:rPr>
              <a:t>1 </a:t>
            </a:r>
            <a:r>
              <a:rPr lang="en-GB" sz="1200" dirty="0">
                <a:solidFill>
                  <a:srgbClr val="4967AA"/>
                </a:solidFill>
              </a:rPr>
              <a:t>Department of Management, Society &amp; Communication</a:t>
            </a:r>
          </a:p>
          <a:p>
            <a:pPr lvl="0" defTabSz="457200" fontAlgn="base">
              <a:lnSpc>
                <a:spcPct val="93000"/>
              </a:lnSpc>
              <a:spcBef>
                <a:spcPts val="450"/>
              </a:spcBef>
              <a:spcAft>
                <a:spcPct val="0"/>
              </a:spcAft>
              <a:buClr>
                <a:srgbClr val="000000"/>
              </a:buClr>
              <a:buSzPct val="95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dirty="0">
              <a:solidFill>
                <a:srgbClr val="4967AA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2460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The research </a:t>
            </a:r>
            <a:r>
              <a:rPr lang="da-DK" dirty="0" err="1"/>
              <a:t>process</a:t>
            </a:r>
            <a:endParaRPr lang="en-GB" dirty="0"/>
          </a:p>
        </p:txBody>
      </p:sp>
      <p:graphicFrame>
        <p:nvGraphicFramePr>
          <p:cNvPr id="6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2051839"/>
              </p:ext>
            </p:extLst>
          </p:nvPr>
        </p:nvGraphicFramePr>
        <p:xfrm>
          <a:off x="800100" y="1044575"/>
          <a:ext cx="6699252" cy="331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Left Arrow Callout 7"/>
          <p:cNvSpPr/>
          <p:nvPr/>
        </p:nvSpPr>
        <p:spPr bwMode="auto">
          <a:xfrm>
            <a:off x="6858000" y="954861"/>
            <a:ext cx="2159000" cy="835839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657"/>
            </a:avLst>
          </a:prstGeom>
          <a:solidFill>
            <a:schemeClr val="tx2">
              <a:lumMod val="50000"/>
            </a:scheme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S Gothic" pitchFamily="49" charset="-128"/>
              </a:rPr>
              <a:t>Data sources</a:t>
            </a:r>
          </a:p>
          <a:p>
            <a:pPr marL="342900" marR="0" lvl="0" indent="-34290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S Gothic" pitchFamily="49" charset="-128"/>
              </a:rPr>
              <a:t>Sampling</a:t>
            </a:r>
          </a:p>
        </p:txBody>
      </p:sp>
    </p:spTree>
    <p:extLst>
      <p:ext uri="{BB962C8B-B14F-4D97-AF65-F5344CB8AC3E}">
        <p14:creationId xmlns:p14="http://schemas.microsoft.com/office/powerpoint/2010/main" val="190243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</p:txBody>
      </p:sp>
      <p:graphicFrame>
        <p:nvGraphicFramePr>
          <p:cNvPr id="5" name="Inhaltsplatzhalt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000656"/>
              </p:ext>
            </p:extLst>
          </p:nvPr>
        </p:nvGraphicFramePr>
        <p:xfrm>
          <a:off x="854077" y="806450"/>
          <a:ext cx="7200900" cy="416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810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</p:txBody>
      </p:sp>
      <p:graphicFrame>
        <p:nvGraphicFramePr>
          <p:cNvPr id="4" name="Inhaltsplatzhalt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5595506"/>
              </p:ext>
            </p:extLst>
          </p:nvPr>
        </p:nvGraphicFramePr>
        <p:xfrm>
          <a:off x="1219200" y="876300"/>
          <a:ext cx="6934200" cy="175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Inhaltsplatzhalter 1"/>
          <p:cNvSpPr>
            <a:spLocks noGrp="1"/>
          </p:cNvSpPr>
          <p:nvPr>
            <p:ph idx="4294967295"/>
          </p:nvPr>
        </p:nvSpPr>
        <p:spPr>
          <a:xfrm>
            <a:off x="304800" y="2768600"/>
            <a:ext cx="4035425" cy="2283847"/>
          </a:xfrm>
          <a:prstGeom prst="rect">
            <a:avLst/>
          </a:prstGeom>
        </p:spPr>
        <p:txBody>
          <a:bodyPr/>
          <a:lstStyle/>
          <a:p>
            <a:pPr marL="0" lvl="0" indent="0" algn="ctr">
              <a:buNone/>
            </a:pPr>
            <a:r>
              <a:rPr lang="en-GB" sz="1600" b="1" dirty="0">
                <a:solidFill>
                  <a:schemeClr val="tx2">
                    <a:lumMod val="75000"/>
                  </a:schemeClr>
                </a:solidFill>
              </a:rPr>
              <a:t>Disadvantages of secondary data</a:t>
            </a:r>
            <a:br>
              <a:rPr lang="en-GB" sz="1600" b="1" dirty="0">
                <a:solidFill>
                  <a:schemeClr val="tx2">
                    <a:lumMod val="75000"/>
                  </a:schemeClr>
                </a:solidFill>
              </a:rPr>
            </a:br>
            <a:endParaRPr lang="en-GB" sz="1600" b="1" dirty="0">
              <a:solidFill>
                <a:schemeClr val="tx2">
                  <a:lumMod val="75000"/>
                </a:schemeClr>
              </a:solidFill>
            </a:endParaRPr>
          </a:p>
          <a:p>
            <a:pPr marL="177800" indent="-177800" algn="ctr">
              <a:buClr>
                <a:schemeClr val="tx2">
                  <a:lumMod val="75000"/>
                </a:schemeClr>
              </a:buClr>
            </a:pP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 missing up-to-date data?</a:t>
            </a:r>
          </a:p>
          <a:p>
            <a:pPr marL="177800" indent="-177800" algn="ctr">
              <a:buClr>
                <a:schemeClr val="tx2">
                  <a:lumMod val="75000"/>
                </a:schemeClr>
              </a:buClr>
            </a:pP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 lack of data specificity</a:t>
            </a:r>
          </a:p>
          <a:p>
            <a:pPr marL="177800" indent="-177800" algn="ctr">
              <a:buClr>
                <a:schemeClr val="tx2">
                  <a:lumMod val="75000"/>
                </a:schemeClr>
              </a:buClr>
            </a:pP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 possibilities of original research more limited</a:t>
            </a:r>
          </a:p>
          <a:p>
            <a:pPr marL="0" indent="0" algn="ctr">
              <a:buClr>
                <a:schemeClr val="tx2">
                  <a:lumMod val="75000"/>
                </a:schemeClr>
              </a:buClr>
              <a:buNone/>
            </a:pPr>
            <a:endParaRPr lang="en-GB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Inhaltsplatzhalter 1"/>
          <p:cNvSpPr txBox="1">
            <a:spLocks/>
          </p:cNvSpPr>
          <p:nvPr/>
        </p:nvSpPr>
        <p:spPr bwMode="auto">
          <a:xfrm>
            <a:off x="4895850" y="2768600"/>
            <a:ext cx="4248151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160" tIns="46080" rIns="92160" bIns="46080" numCol="1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GB" sz="1600" b="1" kern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Disadvantages of primary data:</a:t>
            </a:r>
            <a:br>
              <a:rPr lang="en-GB" sz="1600" b="1" kern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600" b="1" kern="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9388" marR="0" lvl="0" indent="-179388" algn="ctr" defTabSz="4572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Arial" pitchFamily="34" charset="0"/>
              <a:buChar char="•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time </a:t>
            </a:r>
            <a:r>
              <a:rPr lang="en-GB" sz="1400" kern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consuming</a:t>
            </a:r>
          </a:p>
          <a:p>
            <a:pPr marL="179388" lvl="0" indent="-179388" algn="ctr">
              <a:buFont typeface="Arial" pitchFamily="34" charset="0"/>
              <a:buChar char="•"/>
            </a:pPr>
            <a:r>
              <a:rPr lang="en-GB" sz="1400" kern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cost-intensive</a:t>
            </a:r>
          </a:p>
        </p:txBody>
      </p:sp>
    </p:spTree>
    <p:extLst>
      <p:ext uri="{BB962C8B-B14F-4D97-AF65-F5344CB8AC3E}">
        <p14:creationId xmlns:p14="http://schemas.microsoft.com/office/powerpoint/2010/main" val="901256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917575" y="1459007"/>
            <a:ext cx="5165877" cy="1552575"/>
          </a:xfrm>
        </p:spPr>
        <p:txBody>
          <a:bodyPr anchor="ctr">
            <a:normAutofit/>
          </a:bodyPr>
          <a:lstStyle/>
          <a:p>
            <a:pPr marL="0" lvl="1" indent="0" algn="r">
              <a:buNone/>
            </a:pP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Population = </a:t>
            </a:r>
            <a:br>
              <a:rPr lang="en-GB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the entire group of people, organizations, plants or things that the researcher wishes to investigate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73300" y="3130676"/>
            <a:ext cx="5006823" cy="1552575"/>
          </a:xfrm>
        </p:spPr>
        <p:txBody>
          <a:bodyPr anchor="ctr"/>
          <a:lstStyle/>
          <a:p>
            <a:pPr marL="0" lvl="1" indent="0">
              <a:buNone/>
            </a:pP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Population element = </a:t>
            </a:r>
            <a:br>
              <a:rPr lang="en-GB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a single member of the population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25612" y="1589173"/>
            <a:ext cx="2143492" cy="1422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73200" y="3394329"/>
            <a:ext cx="657225" cy="1025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6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917575" y="1459007"/>
            <a:ext cx="5165877" cy="1552575"/>
          </a:xfrm>
        </p:spPr>
        <p:txBody>
          <a:bodyPr anchor="ctr">
            <a:normAutofit/>
          </a:bodyPr>
          <a:lstStyle/>
          <a:p>
            <a:pPr marL="0" lvl="1" indent="0" algn="r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Subset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of a Population = </a:t>
            </a:r>
            <a:br>
              <a:rPr lang="en-US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defined part of the whole population, e.g., all individuals above 70 years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273300" y="3130676"/>
            <a:ext cx="5006823" cy="1552575"/>
          </a:xfrm>
        </p:spPr>
        <p:txBody>
          <a:bodyPr anchor="ctr"/>
          <a:lstStyle/>
          <a:p>
            <a:pPr marL="0" lvl="1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Sample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a representative subset of the population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135" y="1708150"/>
            <a:ext cx="1884696" cy="117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69" y="3011582"/>
            <a:ext cx="1403102" cy="1472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18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t="2449"/>
          <a:stretch/>
        </p:blipFill>
        <p:spPr bwMode="auto">
          <a:xfrm>
            <a:off x="2027143" y="2478569"/>
            <a:ext cx="5199157" cy="2493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906462" y="1401465"/>
            <a:ext cx="7305675" cy="1552575"/>
          </a:xfrm>
        </p:spPr>
        <p:txBody>
          <a:bodyPr/>
          <a:lstStyle/>
          <a:p>
            <a:pPr marL="266700" indent="-266700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= Process of selecting a sufficient number of elements from the population </a:t>
            </a:r>
          </a:p>
          <a:p>
            <a:pPr marL="266700" indent="-266700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= Important for generalizations from the sample to the entire population!</a:t>
            </a:r>
          </a:p>
          <a:p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23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112086" y="1833265"/>
            <a:ext cx="4463714" cy="3104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00050" y="1499295"/>
            <a:ext cx="8229600" cy="325685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ct val="4000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tx2">
                    <a:lumMod val="75000"/>
                  </a:schemeClr>
                </a:solidFill>
              </a:rPr>
              <a:t>Randomness is the KEY!</a:t>
            </a:r>
          </a:p>
          <a:p>
            <a:pPr marL="0" indent="0" algn="ctr">
              <a:lnSpc>
                <a:spcPct val="90000"/>
              </a:lnSpc>
              <a:spcBef>
                <a:spcPct val="4000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>
                  <a:lumMod val="75000"/>
                </a:schemeClr>
              </a:buClr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Allows reliance upon the natural </a:t>
            </a:r>
            <a:br>
              <a:rPr lang="en-US" sz="18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characteristics of probability theory....</a:t>
            </a:r>
          </a:p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>
                  <a:lumMod val="75000"/>
                </a:schemeClr>
              </a:buClr>
            </a:pPr>
            <a:endParaRPr 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>
                  <a:lumMod val="75000"/>
                </a:schemeClr>
              </a:buClr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Avoids bias (intentional or otherwise)</a:t>
            </a:r>
          </a:p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>
                  <a:lumMod val="75000"/>
                </a:schemeClr>
              </a:buClr>
            </a:pPr>
            <a:endParaRPr lang="en-US" sz="18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40000"/>
              </a:spcBef>
              <a:buClr>
                <a:schemeClr val="tx2">
                  <a:lumMod val="75000"/>
                </a:schemeClr>
              </a:buClr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</a:rPr>
              <a:t>Designed to include all known subgroups</a:t>
            </a:r>
          </a:p>
        </p:txBody>
      </p:sp>
    </p:spTree>
    <p:extLst>
      <p:ext uri="{BB962C8B-B14F-4D97-AF65-F5344CB8AC3E}">
        <p14:creationId xmlns:p14="http://schemas.microsoft.com/office/powerpoint/2010/main" val="2827215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6" name="Inhaltsplatzhalt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2278557"/>
              </p:ext>
            </p:extLst>
          </p:nvPr>
        </p:nvGraphicFramePr>
        <p:xfrm>
          <a:off x="1236072" y="1471315"/>
          <a:ext cx="6760160" cy="2808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3" name="Gruppieren 7"/>
          <p:cNvGrpSpPr/>
          <p:nvPr/>
        </p:nvGrpSpPr>
        <p:grpSpPr>
          <a:xfrm>
            <a:off x="1349375" y="3482692"/>
            <a:ext cx="1615490" cy="273128"/>
            <a:chOff x="1" y="1829611"/>
            <a:chExt cx="1979879" cy="449818"/>
          </a:xfrm>
        </p:grpSpPr>
        <p:sp>
          <p:nvSpPr>
            <p:cNvPr id="44" name="Rechteck 8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gradFill rotWithShape="1">
              <a:gsLst>
                <a:gs pos="0">
                  <a:srgbClr val="FFFFFF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FFFFFF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FFFFFF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45" name="Rechteck 9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MS Gothic"/>
                  <a:cs typeface="Arial" panose="020B0604020202020204" pitchFamily="34" charset="0"/>
                </a:rPr>
                <a:t>Simple random sampling</a:t>
              </a:r>
            </a:p>
          </p:txBody>
        </p:sp>
      </p:grpSp>
      <p:grpSp>
        <p:nvGrpSpPr>
          <p:cNvPr id="46" name="Gruppieren 10"/>
          <p:cNvGrpSpPr/>
          <p:nvPr/>
        </p:nvGrpSpPr>
        <p:grpSpPr>
          <a:xfrm>
            <a:off x="1349375" y="4175874"/>
            <a:ext cx="1615490" cy="273128"/>
            <a:chOff x="1" y="1829611"/>
            <a:chExt cx="1979879" cy="449818"/>
          </a:xfrm>
        </p:grpSpPr>
        <p:sp>
          <p:nvSpPr>
            <p:cNvPr id="47" name="Rechteck 11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gradFill rotWithShape="1">
              <a:gsLst>
                <a:gs pos="0">
                  <a:srgbClr val="FFFFFF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FFFFFF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FFFFFF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48" name="Rechteck 12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MS Gothic"/>
                  <a:cs typeface="Arial" panose="020B0604020202020204" pitchFamily="34" charset="0"/>
                </a:rPr>
                <a:t>Stratified sampling</a:t>
              </a:r>
            </a:p>
          </p:txBody>
        </p:sp>
      </p:grpSp>
      <p:grpSp>
        <p:nvGrpSpPr>
          <p:cNvPr id="49" name="Gruppieren 19"/>
          <p:cNvGrpSpPr/>
          <p:nvPr/>
        </p:nvGrpSpPr>
        <p:grpSpPr>
          <a:xfrm>
            <a:off x="6307404" y="3383669"/>
            <a:ext cx="1615490" cy="273128"/>
            <a:chOff x="1" y="1829611"/>
            <a:chExt cx="1979879" cy="449818"/>
          </a:xfrm>
        </p:grpSpPr>
        <p:sp>
          <p:nvSpPr>
            <p:cNvPr id="50" name="Rechteck 20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gradFill rotWithShape="1">
              <a:gsLst>
                <a:gs pos="0">
                  <a:srgbClr val="FFFFFF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FFFFFF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FFFFFF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51" name="Rechteck 21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MS Gothic"/>
                  <a:cs typeface="Arial" panose="020B0604020202020204" pitchFamily="34" charset="0"/>
                </a:rPr>
                <a:t>Quota sampling</a:t>
              </a:r>
            </a:p>
          </p:txBody>
        </p:sp>
      </p:grpSp>
      <p:grpSp>
        <p:nvGrpSpPr>
          <p:cNvPr id="52" name="Gruppieren 22"/>
          <p:cNvGrpSpPr/>
          <p:nvPr/>
        </p:nvGrpSpPr>
        <p:grpSpPr>
          <a:xfrm>
            <a:off x="6307404" y="4069469"/>
            <a:ext cx="1615490" cy="273128"/>
            <a:chOff x="1" y="1829611"/>
            <a:chExt cx="1979879" cy="449818"/>
          </a:xfrm>
        </p:grpSpPr>
        <p:sp>
          <p:nvSpPr>
            <p:cNvPr id="53" name="Rechteck 23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gradFill rotWithShape="1">
              <a:gsLst>
                <a:gs pos="0">
                  <a:srgbClr val="FFFFFF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FFFFFF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FFFFFF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54" name="Rechteck 24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MS Gothic"/>
                  <a:cs typeface="Arial" panose="020B0604020202020204" pitchFamily="34" charset="0"/>
                </a:rPr>
                <a:t>Cluster sampling</a:t>
              </a:r>
            </a:p>
          </p:txBody>
        </p:sp>
      </p:grpSp>
      <p:grpSp>
        <p:nvGrpSpPr>
          <p:cNvPr id="55" name="Gruppieren 7"/>
          <p:cNvGrpSpPr/>
          <p:nvPr/>
        </p:nvGrpSpPr>
        <p:grpSpPr>
          <a:xfrm>
            <a:off x="3693065" y="4687653"/>
            <a:ext cx="1615490" cy="273128"/>
            <a:chOff x="1" y="1829611"/>
            <a:chExt cx="1979879" cy="449818"/>
          </a:xfrm>
        </p:grpSpPr>
        <p:sp>
          <p:nvSpPr>
            <p:cNvPr id="56" name="Rechteck 8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gradFill rotWithShape="1">
              <a:gsLst>
                <a:gs pos="0">
                  <a:srgbClr val="FFFFFF">
                    <a:hueOff val="0"/>
                    <a:satOff val="0"/>
                    <a:lumOff val="0"/>
                    <a:alphaOff val="0"/>
                    <a:shade val="51000"/>
                    <a:satMod val="130000"/>
                  </a:srgbClr>
                </a:gs>
                <a:gs pos="80000">
                  <a:srgbClr val="FFFFFF">
                    <a:hueOff val="0"/>
                    <a:satOff val="0"/>
                    <a:lumOff val="0"/>
                    <a:alphaOff val="0"/>
                    <a:shade val="93000"/>
                    <a:satMod val="130000"/>
                  </a:srgbClr>
                </a:gs>
                <a:gs pos="100000">
                  <a:srgbClr val="FFFFFF">
                    <a:hueOff val="0"/>
                    <a:satOff val="0"/>
                    <a:lumOff val="0"/>
                    <a:alphaOff val="0"/>
                    <a:shade val="94000"/>
                    <a:satMod val="135000"/>
                  </a:srgb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</p:sp>
        <p:sp>
          <p:nvSpPr>
            <p:cNvPr id="57" name="Rechteck 9"/>
            <p:cNvSpPr/>
            <p:nvPr/>
          </p:nvSpPr>
          <p:spPr>
            <a:xfrm>
              <a:off x="1" y="1829611"/>
              <a:ext cx="1979879" cy="4498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marL="0" marR="0" lvl="0" indent="0" algn="ctr" defTabSz="7112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MS Gothic"/>
                  <a:cs typeface="Arial" panose="020B0604020202020204" pitchFamily="34" charset="0"/>
                </a:rPr>
                <a:t>Convenience sampling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494353" y="4279901"/>
            <a:ext cx="21139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2D2DB9">
                    <a:lumMod val="50000"/>
                  </a:srgbClr>
                </a:solidFill>
                <a:latin typeface="Arial" panose="020B0604020202020204" pitchFamily="34" charset="0"/>
                <a:ea typeface="MS Gothic" pitchFamily="49" charset="-128"/>
                <a:cs typeface="Arial" panose="020B0604020202020204" pitchFamily="34" charset="0"/>
              </a:rPr>
              <a:t>And what about?</a:t>
            </a:r>
          </a:p>
        </p:txBody>
      </p:sp>
    </p:spTree>
    <p:extLst>
      <p:ext uri="{BB962C8B-B14F-4D97-AF65-F5344CB8AC3E}">
        <p14:creationId xmlns:p14="http://schemas.microsoft.com/office/powerpoint/2010/main" val="399430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</a:t>
            </a:r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6462" y="3057427"/>
            <a:ext cx="623244" cy="504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85244" y="3041291"/>
            <a:ext cx="385228" cy="711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AN02568_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78439" y="4331875"/>
            <a:ext cx="906660" cy="67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56417" y="1930400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276" y="3457073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11258" y="2990850"/>
            <a:ext cx="407241" cy="64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AN02568_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43169" y="4105087"/>
            <a:ext cx="960317" cy="61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3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9628" y="2648778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4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81957" y="3913843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6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0410" y="211455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0410" y="261620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2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30929" y="3485444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3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23857" y="3396939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5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43278" y="2571320"/>
            <a:ext cx="407241" cy="64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6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77858" y="2247900"/>
            <a:ext cx="407241" cy="64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431" y="1962365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4810" y="219075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4810" y="278130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30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3610" y="262890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4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12" y="3959462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4804" y="327081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36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915" y="3609865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3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4836" y="372758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8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99012" y="2900473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9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13785" y="1906765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4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13778" y="2457450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2127275" y="319154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4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2692404" y="364831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AutoShape 51"/>
          <p:cNvSpPr>
            <a:spLocks noChangeArrowheads="1"/>
          </p:cNvSpPr>
          <p:nvPr/>
        </p:nvSpPr>
        <p:spPr bwMode="auto">
          <a:xfrm>
            <a:off x="914414" y="5010150"/>
            <a:ext cx="990585" cy="574651"/>
          </a:xfrm>
          <a:prstGeom prst="hexagon">
            <a:avLst>
              <a:gd name="adj" fmla="val 34091"/>
              <a:gd name="vf" fmla="val 11547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a-DK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96545" y="1432909"/>
            <a:ext cx="82779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sz="22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6 potential participants, </a:t>
            </a:r>
            <a:r>
              <a:rPr lang="da-DK" sz="22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randomly</a:t>
            </a:r>
            <a:r>
              <a:rPr lang="da-DK" sz="22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 </a:t>
            </a:r>
            <a:r>
              <a:rPr lang="da-DK" sz="22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selected</a:t>
            </a:r>
            <a:r>
              <a:rPr lang="da-DK" sz="22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 from the </a:t>
            </a:r>
            <a:r>
              <a:rPr lang="da-DK" sz="22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whole</a:t>
            </a:r>
            <a:r>
              <a:rPr lang="da-DK" sz="22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 population:</a:t>
            </a:r>
          </a:p>
        </p:txBody>
      </p:sp>
      <p:sp>
        <p:nvSpPr>
          <p:cNvPr id="38" name="Rounded Rectangle 37"/>
          <p:cNvSpPr/>
          <p:nvPr/>
        </p:nvSpPr>
        <p:spPr bwMode="auto">
          <a:xfrm>
            <a:off x="1808492" y="2568576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119408" y="3412624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0" name="Rounded Rectangle 39"/>
          <p:cNvSpPr/>
          <p:nvPr/>
        </p:nvSpPr>
        <p:spPr bwMode="auto">
          <a:xfrm>
            <a:off x="5290837" y="3362014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1" name="Rounded Rectangle 40"/>
          <p:cNvSpPr/>
          <p:nvPr/>
        </p:nvSpPr>
        <p:spPr bwMode="auto">
          <a:xfrm>
            <a:off x="7113917" y="2209801"/>
            <a:ext cx="858507" cy="717330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2" name="Rounded Rectangle 41"/>
          <p:cNvSpPr/>
          <p:nvPr/>
        </p:nvSpPr>
        <p:spPr bwMode="auto">
          <a:xfrm>
            <a:off x="5111756" y="1901826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3" name="Rounded Rectangle 42"/>
          <p:cNvSpPr/>
          <p:nvPr/>
        </p:nvSpPr>
        <p:spPr bwMode="auto">
          <a:xfrm>
            <a:off x="7685417" y="2968626"/>
            <a:ext cx="858507" cy="697782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pic>
        <p:nvPicPr>
          <p:cNvPr id="9" name="Picture 8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50125" y="4036074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4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93769" y="4260645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9395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Stratified</a:t>
            </a:r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3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6462" y="3057427"/>
            <a:ext cx="623244" cy="504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85244" y="3041291"/>
            <a:ext cx="385228" cy="711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j0151209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56417" y="1930400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276" y="3457073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11258" y="2990850"/>
            <a:ext cx="407241" cy="64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2" descr="AN02568_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542747" y="4117561"/>
            <a:ext cx="960317" cy="613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3" descr="j0151209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99628" y="2648778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4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81957" y="3913843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6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0410" y="211455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0410" y="261620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22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30929" y="3485444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3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23857" y="3396939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5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43278" y="2571320"/>
            <a:ext cx="407241" cy="64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6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77858" y="2247900"/>
            <a:ext cx="407241" cy="64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9431" y="1962365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2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4810" y="219075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4810" y="278130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30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3610" y="2628900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4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12" y="3959462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4804" y="327081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36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915" y="3609865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3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14836" y="372758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8" descr="j0151209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99012" y="2900473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9" descr="j0151209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13785" y="1906765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41" descr="j0151209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13778" y="2457450"/>
            <a:ext cx="797971" cy="476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2127275" y="319154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4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2692404" y="3648317"/>
            <a:ext cx="660390" cy="456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" name="AutoShape 51"/>
          <p:cNvSpPr>
            <a:spLocks noChangeArrowheads="1"/>
          </p:cNvSpPr>
          <p:nvPr/>
        </p:nvSpPr>
        <p:spPr bwMode="auto">
          <a:xfrm>
            <a:off x="914414" y="5010150"/>
            <a:ext cx="990585" cy="574651"/>
          </a:xfrm>
          <a:prstGeom prst="hexagon">
            <a:avLst>
              <a:gd name="adj" fmla="val 34091"/>
              <a:gd name="vf" fmla="val 115470"/>
            </a:avLst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da-DK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9748" y="1369875"/>
            <a:ext cx="7138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a-DK" sz="24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2 </a:t>
            </a:r>
            <a:r>
              <a:rPr lang="da-DK" sz="24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individuals</a:t>
            </a:r>
            <a:r>
              <a:rPr lang="da-DK" sz="24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 </a:t>
            </a:r>
            <a:r>
              <a:rPr lang="da-DK" sz="24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randomly</a:t>
            </a:r>
            <a:r>
              <a:rPr lang="da-DK" sz="24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 </a:t>
            </a:r>
            <a:r>
              <a:rPr lang="da-DK" sz="24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selected</a:t>
            </a:r>
            <a:r>
              <a:rPr lang="da-DK" sz="24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 from </a:t>
            </a:r>
            <a:r>
              <a:rPr lang="da-DK" sz="24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every</a:t>
            </a:r>
            <a:r>
              <a:rPr lang="da-DK" sz="24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 sub-</a:t>
            </a:r>
            <a:r>
              <a:rPr lang="da-DK" sz="2400" dirty="0" err="1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group</a:t>
            </a:r>
            <a:r>
              <a:rPr lang="da-DK" sz="2400" dirty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t>:</a:t>
            </a:r>
          </a:p>
        </p:txBody>
      </p:sp>
      <p:sp>
        <p:nvSpPr>
          <p:cNvPr id="38" name="Rounded Rectangle 37"/>
          <p:cNvSpPr/>
          <p:nvPr/>
        </p:nvSpPr>
        <p:spPr bwMode="auto">
          <a:xfrm>
            <a:off x="1808492" y="2568576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119408" y="3412624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0" name="Rounded Rectangle 39"/>
          <p:cNvSpPr/>
          <p:nvPr/>
        </p:nvSpPr>
        <p:spPr bwMode="auto">
          <a:xfrm>
            <a:off x="5290837" y="3362014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1" name="Rounded Rectangle 40"/>
          <p:cNvSpPr/>
          <p:nvPr/>
        </p:nvSpPr>
        <p:spPr bwMode="auto">
          <a:xfrm>
            <a:off x="7113917" y="2209801"/>
            <a:ext cx="858507" cy="717330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2" name="Rounded Rectangle 41"/>
          <p:cNvSpPr/>
          <p:nvPr/>
        </p:nvSpPr>
        <p:spPr bwMode="auto">
          <a:xfrm>
            <a:off x="5111756" y="1901826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3" name="Rounded Rectangle 42"/>
          <p:cNvSpPr/>
          <p:nvPr/>
        </p:nvSpPr>
        <p:spPr bwMode="auto">
          <a:xfrm>
            <a:off x="7685417" y="2968626"/>
            <a:ext cx="858507" cy="697782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pic>
        <p:nvPicPr>
          <p:cNvPr id="20" name="Picture 24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093769" y="4260645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Rounded Rectangle 43"/>
          <p:cNvSpPr/>
          <p:nvPr/>
        </p:nvSpPr>
        <p:spPr bwMode="auto">
          <a:xfrm>
            <a:off x="4277590" y="2425700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sp>
        <p:nvSpPr>
          <p:cNvPr id="45" name="Rounded Rectangle 44"/>
          <p:cNvSpPr/>
          <p:nvPr/>
        </p:nvSpPr>
        <p:spPr bwMode="auto">
          <a:xfrm>
            <a:off x="3719861" y="3938963"/>
            <a:ext cx="858507" cy="511526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pic>
        <p:nvPicPr>
          <p:cNvPr id="9" name="Picture 8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50125" y="4036074"/>
            <a:ext cx="825488" cy="47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Rounded Rectangle 45"/>
          <p:cNvSpPr/>
          <p:nvPr/>
        </p:nvSpPr>
        <p:spPr bwMode="auto">
          <a:xfrm>
            <a:off x="7543378" y="4036074"/>
            <a:ext cx="963503" cy="634938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  <p:pic>
        <p:nvPicPr>
          <p:cNvPr id="7" name="Picture 6" descr="AN02568_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78439" y="4331875"/>
            <a:ext cx="906660" cy="67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Rounded Rectangle 47"/>
          <p:cNvSpPr/>
          <p:nvPr/>
        </p:nvSpPr>
        <p:spPr bwMode="auto">
          <a:xfrm>
            <a:off x="6821596" y="4325519"/>
            <a:ext cx="963503" cy="634938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solidFill>
                <a:srgbClr val="FFFFFF"/>
              </a:solidFill>
              <a:latin typeface="Times New Roman" pitchFamily="16" charset="0"/>
              <a:ea typeface="MS Gothic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405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86719" y="731166"/>
            <a:ext cx="83923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10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Clustered sampling</a:t>
            </a:r>
          </a:p>
          <a:p>
            <a:pPr algn="ctr"/>
            <a:r>
              <a:rPr lang="en-GB" sz="21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 families, schools,villages (one-stage or two-stages sampling)</a:t>
            </a:r>
          </a:p>
        </p:txBody>
      </p:sp>
      <p:pic>
        <p:nvPicPr>
          <p:cNvPr id="47" name="Picture 3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75032" y="1981442"/>
            <a:ext cx="245555" cy="198938"/>
          </a:xfrm>
          <a:prstGeom prst="rect">
            <a:avLst/>
          </a:prstGeom>
          <a:noFill/>
        </p:spPr>
      </p:pic>
      <p:pic>
        <p:nvPicPr>
          <p:cNvPr id="49" name="Picture 4" descr="AN00553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2900875" y="2391783"/>
            <a:ext cx="151778" cy="280247"/>
          </a:xfrm>
          <a:prstGeom prst="rect">
            <a:avLst/>
          </a:prstGeom>
          <a:noFill/>
        </p:spPr>
      </p:pic>
      <p:pic>
        <p:nvPicPr>
          <p:cNvPr id="50" name="Picture 5" descr="AN02568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917575" y="2307878"/>
            <a:ext cx="357219" cy="267237"/>
          </a:xfrm>
          <a:prstGeom prst="rect">
            <a:avLst/>
          </a:prstGeom>
          <a:noFill/>
        </p:spPr>
      </p:pic>
      <p:pic>
        <p:nvPicPr>
          <p:cNvPr id="51" name="Picture 6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64923" y="1770331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32997" y="2341828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" name="Picture 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5995" y="1651532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" name="Picture 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01560" y="2123416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" name="Picture 10" descr="AN02568_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8878" y="2377102"/>
            <a:ext cx="378361" cy="241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" name="Picture 1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10192" y="1636421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12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76177" y="2284914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1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2385" y="1512460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" name="Picture 1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0795" y="1768604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" name="Picture 1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62942" y="2069442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" name="Picture 1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02304" y="2137850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18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724027" y="2527214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1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6313" y="2090028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" name="Picture 20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38935" y="2390391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21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9554" y="1516670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22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4397" y="1680219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23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2807" y="1957885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2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7964" y="1733993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" name="Picture 2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9712" y="1727547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" name="Picture 2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61925" y="2506816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" name="Picture 2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7863" y="2008611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" name="Picture 2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266" y="1913732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" name="Picture 2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34097" y="1989932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" name="Picture 30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24588" y="1748247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" name="Picture 3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903712" y="1504871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" name="Picture 32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87163" y="1476015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" name="Picture 34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 flipH="1">
            <a:off x="1389875" y="2210426"/>
            <a:ext cx="260190" cy="179965"/>
          </a:xfrm>
          <a:prstGeom prst="rect">
            <a:avLst/>
          </a:prstGeom>
          <a:noFill/>
        </p:spPr>
      </p:pic>
      <p:sp>
        <p:nvSpPr>
          <p:cNvPr id="170" name="Rounded Rectangle 169"/>
          <p:cNvSpPr/>
          <p:nvPr/>
        </p:nvSpPr>
        <p:spPr bwMode="auto">
          <a:xfrm>
            <a:off x="699914" y="3113663"/>
            <a:ext cx="2805286" cy="1407087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pic>
        <p:nvPicPr>
          <p:cNvPr id="171" name="Picture 3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837482" y="2118703"/>
            <a:ext cx="245555" cy="198938"/>
          </a:xfrm>
          <a:prstGeom prst="rect">
            <a:avLst/>
          </a:prstGeom>
          <a:noFill/>
        </p:spPr>
      </p:pic>
      <p:pic>
        <p:nvPicPr>
          <p:cNvPr id="172" name="Picture 4" descr="AN00553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7263325" y="2529044"/>
            <a:ext cx="151778" cy="280247"/>
          </a:xfrm>
          <a:prstGeom prst="rect">
            <a:avLst/>
          </a:prstGeom>
          <a:noFill/>
        </p:spPr>
      </p:pic>
      <p:pic>
        <p:nvPicPr>
          <p:cNvPr id="173" name="Picture 5" descr="AN02568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5280025" y="2445139"/>
            <a:ext cx="357219" cy="267237"/>
          </a:xfrm>
          <a:prstGeom prst="rect">
            <a:avLst/>
          </a:prstGeom>
          <a:noFill/>
        </p:spPr>
      </p:pic>
      <p:pic>
        <p:nvPicPr>
          <p:cNvPr id="174" name="Picture 6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27373" y="1907592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5" name="Picture 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5447" y="2479089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6" name="Picture 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8445" y="1788793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7" name="Picture 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64010" y="2260677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8" name="Picture 10" descr="AN02568_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1328" y="2514363"/>
            <a:ext cx="378361" cy="241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9" name="Picture 1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72642" y="1773682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0" name="Picture 12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38627" y="2422175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1" name="Picture 1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54835" y="1649721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2" name="Picture 1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3245" y="1905865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3" name="Picture 1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25392" y="2206703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" name="Picture 1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4754" y="2275111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5" name="Picture 18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86477" y="2664475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6" name="Picture 1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78763" y="2227289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7" name="Picture 20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01385" y="2527652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8" name="Picture 21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2004" y="1653931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9" name="Picture 22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6847" y="1817480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0" name="Picture 23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35257" y="2095146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1" name="Picture 2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0414" y="1871254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2" name="Picture 2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2162" y="1864808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3" name="Picture 2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24375" y="2644077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" name="Picture 2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40313" y="2145872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5" name="Picture 2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3716" y="2050993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6" name="Picture 2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96547" y="2127193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7" name="Picture 30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87038" y="1885508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8" name="Picture 3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66162" y="1642132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9" name="Picture 32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49613" y="1613276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0" name="Picture 34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 flipH="1">
            <a:off x="5752325" y="2347687"/>
            <a:ext cx="260190" cy="179965"/>
          </a:xfrm>
          <a:prstGeom prst="rect">
            <a:avLst/>
          </a:prstGeom>
          <a:noFill/>
        </p:spPr>
      </p:pic>
      <p:pic>
        <p:nvPicPr>
          <p:cNvPr id="201" name="Picture 3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837482" y="3789592"/>
            <a:ext cx="245555" cy="198938"/>
          </a:xfrm>
          <a:prstGeom prst="rect">
            <a:avLst/>
          </a:prstGeom>
          <a:noFill/>
        </p:spPr>
      </p:pic>
      <p:pic>
        <p:nvPicPr>
          <p:cNvPr id="202" name="Picture 4" descr="AN00553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7263325" y="4199933"/>
            <a:ext cx="151778" cy="280247"/>
          </a:xfrm>
          <a:prstGeom prst="rect">
            <a:avLst/>
          </a:prstGeom>
          <a:noFill/>
        </p:spPr>
      </p:pic>
      <p:pic>
        <p:nvPicPr>
          <p:cNvPr id="203" name="Picture 5" descr="AN02568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5280025" y="4116028"/>
            <a:ext cx="357219" cy="267237"/>
          </a:xfrm>
          <a:prstGeom prst="rect">
            <a:avLst/>
          </a:prstGeom>
          <a:noFill/>
        </p:spPr>
      </p:pic>
      <p:pic>
        <p:nvPicPr>
          <p:cNvPr id="204" name="Picture 6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27373" y="3578481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" name="Picture 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5447" y="4149978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" name="Picture 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98445" y="3459682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7" name="Picture 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64010" y="3931566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8" name="Picture 10" descr="AN02568_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1328" y="4185252"/>
            <a:ext cx="378361" cy="241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9" name="Picture 1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72642" y="3444571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0" name="Picture 12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38627" y="4093064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1" name="Picture 1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54835" y="3320610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2" name="Picture 1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3245" y="3576754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3" name="Picture 1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25392" y="3877592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4" name="Picture 1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4754" y="3946000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" name="Picture 18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86477" y="4335364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6" name="Picture 1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78763" y="3898178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7" name="Picture 20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01385" y="4198541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8" name="Picture 21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2004" y="3324820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9" name="Picture 22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6847" y="3488369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0" name="Picture 23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35257" y="3766035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1" name="Picture 2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0414" y="3542143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2" name="Picture 2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02162" y="3535697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3" name="Picture 2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24375" y="4314966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4" name="Picture 2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40313" y="3816761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" name="Picture 2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93716" y="3721882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6" name="Picture 2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96547" y="3798082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7" name="Picture 30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87038" y="3556397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8" name="Picture 3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266162" y="3313021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9" name="Picture 32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49613" y="3284165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0" name="Picture 34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 flipH="1">
            <a:off x="5752325" y="4018576"/>
            <a:ext cx="260190" cy="179965"/>
          </a:xfrm>
          <a:prstGeom prst="rect">
            <a:avLst/>
          </a:prstGeom>
          <a:noFill/>
        </p:spPr>
      </p:pic>
      <p:pic>
        <p:nvPicPr>
          <p:cNvPr id="231" name="Picture 3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780497" y="3753076"/>
            <a:ext cx="245555" cy="198938"/>
          </a:xfrm>
          <a:prstGeom prst="rect">
            <a:avLst/>
          </a:prstGeom>
          <a:noFill/>
        </p:spPr>
      </p:pic>
      <p:pic>
        <p:nvPicPr>
          <p:cNvPr id="232" name="Picture 4" descr="AN00553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3206340" y="4163417"/>
            <a:ext cx="151778" cy="280247"/>
          </a:xfrm>
          <a:prstGeom prst="rect">
            <a:avLst/>
          </a:prstGeom>
          <a:noFill/>
        </p:spPr>
      </p:pic>
      <p:pic>
        <p:nvPicPr>
          <p:cNvPr id="233" name="Picture 5" descr="AN02568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5" cstate="print"/>
          <a:srcRect/>
          <a:stretch>
            <a:fillRect/>
          </a:stretch>
        </p:blipFill>
        <p:spPr>
          <a:xfrm>
            <a:off x="1223040" y="4079512"/>
            <a:ext cx="357219" cy="267237"/>
          </a:xfrm>
          <a:prstGeom prst="rect">
            <a:avLst/>
          </a:prstGeom>
          <a:noFill/>
        </p:spPr>
      </p:pic>
      <p:pic>
        <p:nvPicPr>
          <p:cNvPr id="234" name="Picture 6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70388" y="3541965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" name="Picture 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38462" y="4113462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" name="Picture 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1460" y="3423166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7" name="Picture 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07025" y="3895050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8" name="Picture 10" descr="AN02568_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4343" y="4148736"/>
            <a:ext cx="378361" cy="241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9" name="Picture 1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15657" y="3408055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0" name="Picture 12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81642" y="4056548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1" name="Picture 1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97850" y="3284094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2" name="Picture 1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260" y="3540238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3" name="Picture 1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68407" y="3841076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4" name="Picture 17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07769" y="3909484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" name="Picture 18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29492" y="4298848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" name="Picture 19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1778" y="3861662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7" name="Picture 20" descr="AN00553_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44400" y="4162025"/>
            <a:ext cx="160451" cy="253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8" name="Picture 21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5019" y="3288304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9" name="Picture 22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9862" y="3451853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0" name="Picture 23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8272" y="3729519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1" name="Picture 24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3429" y="3505627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2" name="Picture 25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5177" y="3499181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3" name="Picture 26" descr="AN00663_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367390" y="4278450"/>
            <a:ext cx="325238" cy="185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4" name="Picture 27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3328" y="3780245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5" name="Picture 28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6731" y="3685366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" name="Picture 29" descr="AN00437_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9562" y="3761566"/>
            <a:ext cx="260190" cy="179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7" name="Picture 30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30053" y="3519881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8" name="Picture 31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09177" y="3276505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9" name="Picture 32" descr="j0151209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692628" y="3247649"/>
            <a:ext cx="314396" cy="187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0" name="Picture 34" descr="AN00437_[1]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 flipH="1">
            <a:off x="1695340" y="3982060"/>
            <a:ext cx="260190" cy="179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2508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4"/>
          <p:cNvGrpSpPr/>
          <p:nvPr/>
        </p:nvGrpSpPr>
        <p:grpSpPr>
          <a:xfrm>
            <a:off x="4959350" y="2676070"/>
            <a:ext cx="3657600" cy="2130879"/>
            <a:chOff x="1524000" y="3048000"/>
            <a:chExt cx="6477000" cy="320040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39687" y="3071813"/>
              <a:ext cx="6461313" cy="3176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Rechteck 3"/>
            <p:cNvSpPr/>
            <p:nvPr/>
          </p:nvSpPr>
          <p:spPr bwMode="auto">
            <a:xfrm>
              <a:off x="1524000" y="3048000"/>
              <a:ext cx="1066800" cy="2286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6" charset="0"/>
              </a:endParaRPr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Representativeness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914248" y="1504950"/>
            <a:ext cx="7305675" cy="2895601"/>
          </a:xfrm>
        </p:spPr>
        <p:txBody>
          <a:bodyPr>
            <a:noAutofit/>
          </a:bodyPr>
          <a:lstStyle/>
          <a:p>
            <a:pPr marL="282575" lvl="1"/>
            <a:r>
              <a:rPr lang="en-GB" sz="18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Highest if characteristics of sample = characteristics population</a:t>
            </a:r>
          </a:p>
          <a:p>
            <a:pPr marL="282575" lvl="1"/>
            <a:r>
              <a:rPr lang="en-GB" sz="18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Guarantees </a:t>
            </a:r>
            <a:r>
              <a:rPr lang="en-GB" sz="1800" dirty="0">
                <a:solidFill>
                  <a:schemeClr val="accent6">
                    <a:lumMod val="50000"/>
                  </a:schemeClr>
                </a:solidFill>
                <a:latin typeface="Rial"/>
              </a:rPr>
              <a:t>generalization</a:t>
            </a:r>
            <a:r>
              <a:rPr lang="en-GB" sz="18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 of results drawn from sample analyses</a:t>
            </a:r>
          </a:p>
          <a:p>
            <a:pPr marL="282575" lvl="1"/>
            <a:r>
              <a:rPr lang="en-GB" sz="1800" dirty="0">
                <a:solidFill>
                  <a:schemeClr val="accent6">
                    <a:lumMod val="50000"/>
                  </a:schemeClr>
                </a:solidFill>
                <a:latin typeface="Rial"/>
              </a:rPr>
              <a:t>Sample error </a:t>
            </a:r>
            <a:r>
              <a:rPr lang="en-GB" sz="18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= measure of difference between the sample characteristics and the population characteristics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= 0, if sample = population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Decreases, if 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Rial"/>
              </a:rPr>
              <a:t>random sampling </a:t>
            </a:r>
            <a: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is </a:t>
            </a:r>
            <a:b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</a:br>
            <a: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used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Decrease, if 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Rial"/>
              </a:rPr>
              <a:t>sample size </a:t>
            </a:r>
            <a: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increases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  <a:latin typeface="Rial"/>
              </a:rPr>
              <a:t>Affected by </a:t>
            </a:r>
            <a:r>
              <a:rPr lang="en-GB" sz="1600" dirty="0">
                <a:solidFill>
                  <a:schemeClr val="accent6">
                    <a:lumMod val="50000"/>
                  </a:schemeClr>
                </a:solidFill>
                <a:latin typeface="Rial"/>
              </a:rPr>
              <a:t>non-response bias</a:t>
            </a:r>
          </a:p>
        </p:txBody>
      </p:sp>
    </p:spTree>
    <p:extLst>
      <p:ext uri="{BB962C8B-B14F-4D97-AF65-F5344CB8AC3E}">
        <p14:creationId xmlns:p14="http://schemas.microsoft.com/office/powerpoint/2010/main" val="8260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Representativeness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914248" y="1504950"/>
            <a:ext cx="7305675" cy="2895601"/>
          </a:xfrm>
        </p:spPr>
        <p:txBody>
          <a:bodyPr>
            <a:noAutofit/>
          </a:bodyPr>
          <a:lstStyle/>
          <a:p>
            <a:pPr marL="266700" lvl="1" indent="-228600">
              <a:buNone/>
            </a:pPr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= higher if the number of observations in the sample is higher</a:t>
            </a:r>
          </a:p>
          <a:p>
            <a:pPr marL="361950" lvl="1" indent="-323850"/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All else being equal: a larger sample size n = increased precision estimates of various properties of the population</a:t>
            </a:r>
          </a:p>
          <a:p>
            <a:pPr marL="361950" lvl="1" indent="-323850"/>
            <a:r>
              <a:rPr lang="en-GB" sz="1800" dirty="0">
                <a:solidFill>
                  <a:schemeClr val="tx2">
                    <a:lumMod val="75000"/>
                  </a:schemeClr>
                </a:solidFill>
              </a:rPr>
              <a:t>How to determine the sample size?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</a:rPr>
              <a:t>If possible, use entire population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</a:rPr>
              <a:t>Literature review  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</a:rPr>
              <a:t>Look it up at provided tables</a:t>
            </a:r>
          </a:p>
          <a:p>
            <a:pPr marL="542925" lvl="2"/>
            <a:r>
              <a:rPr lang="en-GB" sz="1600" dirty="0">
                <a:solidFill>
                  <a:schemeClr val="tx2">
                    <a:lumMod val="75000"/>
                  </a:schemeClr>
                </a:solidFill>
              </a:rPr>
              <a:t>More precise: power analysis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193" y="2654300"/>
            <a:ext cx="2221057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42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581186" y="916623"/>
            <a:ext cx="78467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2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da-DK" sz="22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da-DK" sz="22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da-DK" sz="22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sampling </a:t>
            </a:r>
            <a:r>
              <a:rPr lang="da-DK" sz="22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</a:t>
            </a:r>
            <a:r>
              <a:rPr lang="da-DK" sz="22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A </a:t>
            </a:r>
            <a:r>
              <a:rPr lang="da-DK" sz="22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famous</a:t>
            </a:r>
            <a:r>
              <a:rPr lang="da-DK" sz="22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2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sz="22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914248" y="3834515"/>
            <a:ext cx="7305675" cy="750186"/>
          </a:xfrm>
        </p:spPr>
        <p:txBody>
          <a:bodyPr>
            <a:normAutofit fontScale="92500"/>
          </a:bodyPr>
          <a:lstStyle/>
          <a:p>
            <a:pPr algn="ctr">
              <a:spcBef>
                <a:spcPct val="50000"/>
              </a:spcBef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1936 Elections: </a:t>
            </a:r>
            <a:br>
              <a:rPr lang="en-US" b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Alf Landon (Republican) versus Franklin D. Roosevelt (Democrat)</a:t>
            </a:r>
          </a:p>
          <a:p>
            <a:pPr algn="ctr">
              <a:spcBef>
                <a:spcPct val="50000"/>
              </a:spcBef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26" name="Picture 2" descr="Billedresultat for roosevelt 19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6726" y="1490662"/>
            <a:ext cx="1880597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[picture: Alf Landon presidential campaign poster, 1936]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63548" y="1490662"/>
            <a:ext cx="191396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338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609600" y="5638800"/>
            <a:ext cx="7848600" cy="0"/>
          </a:xfrm>
          <a:prstGeom prst="line">
            <a:avLst/>
          </a:prstGeom>
          <a:solidFill>
            <a:srgbClr val="00B8FF"/>
          </a:solidFill>
          <a:ln w="34925" cap="flat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774846"/>
              </p:ext>
            </p:extLst>
          </p:nvPr>
        </p:nvGraphicFramePr>
        <p:xfrm>
          <a:off x="609600" y="963829"/>
          <a:ext cx="7991959" cy="3478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086">
                <a:tc>
                  <a:txBody>
                    <a:bodyPr/>
                    <a:lstStyle/>
                    <a:p>
                      <a:endParaRPr lang="en-GB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96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Literary</a:t>
                      </a:r>
                      <a:r>
                        <a:rPr lang="da-DK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Digest</a:t>
                      </a:r>
                      <a:endParaRPr lang="en-GB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96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George</a:t>
                      </a:r>
                      <a:r>
                        <a:rPr lang="da-DK" sz="16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Gallup</a:t>
                      </a:r>
                      <a:endParaRPr lang="en-GB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4967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086"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Sample</a:t>
                      </a:r>
                      <a:r>
                        <a:rPr lang="da-DK" sz="16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a-DK" sz="1600" b="1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</a:t>
                      </a:r>
                      <a:endParaRPr lang="en-GB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 </a:t>
                      </a:r>
                      <a:r>
                        <a:rPr lang="da-DK" sz="160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mio</a:t>
                      </a:r>
                      <a:r>
                        <a:rPr lang="da-DK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GB" sz="1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50,000</a:t>
                      </a:r>
                      <a:endParaRPr lang="en-GB" sz="16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086">
                <a:tc>
                  <a:txBody>
                    <a:bodyPr/>
                    <a:lstStyle/>
                    <a:p>
                      <a:r>
                        <a:rPr lang="da-DK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</a:t>
                      </a:r>
                      <a:r>
                        <a:rPr lang="da-DK" sz="16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en-GB" sz="1600" b="1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Telephone </a:t>
                      </a:r>
                      <a:r>
                        <a:rPr lang="da-DK" sz="16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directories</a:t>
                      </a:r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 </a:t>
                      </a:r>
                      <a:r>
                        <a:rPr lang="da-DK" sz="16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registrations</a:t>
                      </a:r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Magazine</a:t>
                      </a:r>
                      <a:r>
                        <a:rPr lang="da-DK" sz="16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a-DK" sz="160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subscribers</a:t>
                      </a:r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6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Quota</a:t>
                      </a:r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sampling </a:t>
                      </a:r>
                      <a:b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da-DK" sz="16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across</a:t>
                      </a:r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States</a:t>
                      </a:r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086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Prediction</a:t>
                      </a:r>
                      <a:r>
                        <a:rPr lang="da-DK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r>
                        <a:rPr lang="da-DK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da-DK" sz="16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electoral</a:t>
                      </a:r>
                      <a:r>
                        <a:rPr lang="da-DK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colleges):</a:t>
                      </a:r>
                    </a:p>
                    <a:p>
                      <a:r>
                        <a:rPr lang="da-DK" sz="16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Landon</a:t>
                      </a:r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Roosevelt</a:t>
                      </a:r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da-DK" sz="1600" baseline="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da-DK" sz="16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161</a:t>
                      </a:r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da-DK" sz="1600" baseline="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da-DK" sz="16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445</a:t>
                      </a:r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086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Actual</a:t>
                      </a:r>
                      <a:r>
                        <a:rPr lang="da-DK" sz="16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a-DK" sz="1600" b="1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</a:t>
                      </a:r>
                      <a:r>
                        <a:rPr lang="da-DK" sz="1600" b="1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r>
                        <a:rPr lang="da-DK" sz="160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Landon</a:t>
                      </a:r>
                      <a:endParaRPr lang="da-DK" sz="1600" baseline="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da-DK" sz="16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Roosevelt</a:t>
                      </a:r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  <a:p>
                      <a:pPr algn="ctr"/>
                      <a:r>
                        <a:rPr lang="da-DK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523</a:t>
                      </a:r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75200" y="2762250"/>
            <a:ext cx="1575827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2843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539" y="2520993"/>
            <a:ext cx="1446212" cy="2606646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1. </a:t>
            </a:r>
            <a:r>
              <a:rPr lang="da-DK" dirty="0" err="1"/>
              <a:t>Establish</a:t>
            </a:r>
            <a:r>
              <a:rPr lang="da-DK" dirty="0"/>
              <a:t> a research design</a:t>
            </a:r>
            <a:endParaRPr lang="en-GB" dirty="0"/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more </a:t>
            </a:r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7574" y="1497390"/>
            <a:ext cx="74199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Accounting for outliers in sample</a:t>
            </a:r>
          </a:p>
          <a:p>
            <a:pPr algn="ctr"/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UNC-Chapel Hill income survey of 1980s: What is the best undergraduate major if you want the highest income?</a:t>
            </a:r>
          </a:p>
          <a:p>
            <a:pPr algn="ctr"/>
            <a:endParaRPr lang="en-US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3532307"/>
            <a:ext cx="56819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based on a calculation of mean salaries, sensitive to outliers: </a:t>
            </a:r>
          </a:p>
          <a:p>
            <a:pPr algn="ctr"/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Michael Air Jordan skewed the mean salaries by major</a:t>
            </a:r>
            <a:b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(at the time he made $80 million/year)</a:t>
            </a:r>
          </a:p>
          <a:p>
            <a:pPr algn="ctr"/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The </a:t>
            </a:r>
            <a:r>
              <a:rPr lang="en-GB" sz="1400" u="sng" dirty="0">
                <a:solidFill>
                  <a:schemeClr val="tx2">
                    <a:lumMod val="75000"/>
                  </a:schemeClr>
                </a:solidFill>
              </a:rPr>
              <a:t>median</a:t>
            </a: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 in this case would be a far better indicator</a:t>
            </a:r>
          </a:p>
        </p:txBody>
      </p:sp>
    </p:spTree>
    <p:extLst>
      <p:ext uri="{BB962C8B-B14F-4D97-AF65-F5344CB8AC3E}">
        <p14:creationId xmlns:p14="http://schemas.microsoft.com/office/powerpoint/2010/main" val="4249531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The research </a:t>
            </a:r>
            <a:r>
              <a:rPr lang="da-DK" dirty="0" err="1"/>
              <a:t>process</a:t>
            </a:r>
            <a:endParaRPr lang="en-GB" dirty="0"/>
          </a:p>
        </p:txBody>
      </p:sp>
      <p:graphicFrame>
        <p:nvGraphicFramePr>
          <p:cNvPr id="9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737428"/>
              </p:ext>
            </p:extLst>
          </p:nvPr>
        </p:nvGraphicFramePr>
        <p:xfrm>
          <a:off x="800100" y="1044575"/>
          <a:ext cx="6699252" cy="331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9707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2"/>
          </p:nvPr>
        </p:nvSpPr>
        <p:spPr>
          <a:xfrm>
            <a:off x="916781" y="954861"/>
            <a:ext cx="7310437" cy="357839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 variable is a characteristic of interest that varies from one unit to another and may take any one of a specific set of values or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Variables can be classified as quantitative (income, no. of employees,…) or qualitative (nationality, eye </a:t>
            </a:r>
            <a:r>
              <a:rPr lang="en-US" sz="1800" dirty="0" err="1"/>
              <a:t>colour</a:t>
            </a:r>
            <a:r>
              <a:rPr lang="en-US" sz="1800" dirty="0"/>
              <a:t>,…)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Qualitative variables have to be transformed into numerical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Most social phenomena can be measured and transformed into variables </a:t>
            </a:r>
            <a:r>
              <a:rPr lang="en-US" sz="1800" dirty="0">
                <a:sym typeface="Wingdings" pitchFamily="2" charset="2"/>
              </a:rPr>
              <a:t> operationalization</a:t>
            </a:r>
            <a:endParaRPr lang="en-US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2. </a:t>
            </a:r>
            <a:r>
              <a:rPr lang="da-DK" dirty="0" err="1"/>
              <a:t>Develop</a:t>
            </a:r>
            <a:r>
              <a:rPr lang="da-DK" dirty="0"/>
              <a:t> measures</a:t>
            </a:r>
            <a:endParaRPr lang="en-GB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2396318"/>
            <a:ext cx="1552575" cy="1099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2352332"/>
            <a:ext cx="13298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3476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2. </a:t>
            </a:r>
            <a:r>
              <a:rPr lang="da-DK" dirty="0" err="1"/>
              <a:t>Develop</a:t>
            </a:r>
            <a:r>
              <a:rPr lang="da-DK" dirty="0"/>
              <a:t> measures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340603" y="1435237"/>
            <a:ext cx="6656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Operationalization of variables:</a:t>
            </a:r>
          </a:p>
          <a:p>
            <a:pPr algn="ctr"/>
            <a:r>
              <a:rPr lang="en-GB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Validity</a:t>
            </a:r>
          </a:p>
        </p:txBody>
      </p:sp>
      <p:sp>
        <p:nvSpPr>
          <p:cNvPr id="2" name="Rectangle 1"/>
          <p:cNvSpPr/>
          <p:nvPr/>
        </p:nvSpPr>
        <p:spPr>
          <a:xfrm>
            <a:off x="969962" y="2570540"/>
            <a:ext cx="74199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degree to which a measurement instrument accurately reflects what it is designed to measure</a:t>
            </a:r>
          </a:p>
        </p:txBody>
      </p:sp>
    </p:spTree>
    <p:extLst>
      <p:ext uri="{BB962C8B-B14F-4D97-AF65-F5344CB8AC3E}">
        <p14:creationId xmlns:p14="http://schemas.microsoft.com/office/powerpoint/2010/main" val="1363592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2. </a:t>
            </a:r>
            <a:r>
              <a:rPr lang="da-DK" dirty="0" err="1"/>
              <a:t>Develop</a:t>
            </a:r>
            <a:r>
              <a:rPr lang="da-DK" dirty="0"/>
              <a:t> measures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178049" y="1107318"/>
            <a:ext cx="4762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Operationalization</a:t>
            </a:r>
            <a:r>
              <a:rPr lang="da-DK" sz="24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variables:</a:t>
            </a:r>
          </a:p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9961" y="2075240"/>
            <a:ext cx="74199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degree to which a measurement instrument is consistent in what it measures.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064" y="2920051"/>
            <a:ext cx="4370471" cy="162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2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231775" y="1459007"/>
            <a:ext cx="4238625" cy="1552575"/>
          </a:xfrm>
        </p:spPr>
        <p:txBody>
          <a:bodyPr anchor="ctr">
            <a:normAutofit/>
          </a:bodyPr>
          <a:lstStyle/>
          <a:p>
            <a:pPr marL="0" lvl="1" indent="0" algn="r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Nominal scale</a:t>
            </a:r>
          </a:p>
          <a:p>
            <a:pPr marL="0" lvl="1" indent="0" algn="r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Label of items (qualitative): </a:t>
            </a:r>
            <a:br>
              <a:rPr lang="en-US" sz="1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1 = male; 2 = female</a:t>
            </a:r>
          </a:p>
          <a:p>
            <a:pPr marL="0" lvl="1" indent="0" algn="r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Possible calculation: Frequencies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990570" y="3029076"/>
            <a:ext cx="5006823" cy="1552575"/>
          </a:xfrm>
        </p:spPr>
        <p:txBody>
          <a:bodyPr anchor="ctr"/>
          <a:lstStyle/>
          <a:p>
            <a:pPr marL="0" lvl="1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Ordinal scale</a:t>
            </a:r>
          </a:p>
          <a:p>
            <a:pPr marL="0" lvl="1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Ordering of items: 1 = strongly agree, … , </a:t>
            </a:r>
            <a:br>
              <a:rPr lang="en-US" sz="1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5 = strongly disagree</a:t>
            </a:r>
          </a:p>
          <a:p>
            <a:pPr marL="0" lvl="1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Possible calculation: </a:t>
            </a:r>
            <a:r>
              <a:rPr lang="en-US" sz="1600" dirty="0">
                <a:solidFill>
                  <a:srgbClr val="C00000"/>
                </a:solidFill>
              </a:rPr>
              <a:t>+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1600" dirty="0"/>
              <a:t>Median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2. </a:t>
            </a:r>
            <a:r>
              <a:rPr lang="da-DK" dirty="0" err="1"/>
              <a:t>Develop</a:t>
            </a:r>
            <a:r>
              <a:rPr lang="da-DK" dirty="0"/>
              <a:t> measures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300" y="1716604"/>
            <a:ext cx="3790392" cy="9058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75" y="3264022"/>
            <a:ext cx="2986363" cy="9000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955675" y="3011582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253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231775" y="1459007"/>
            <a:ext cx="7121525" cy="1552575"/>
          </a:xfrm>
        </p:spPr>
        <p:txBody>
          <a:bodyPr anchor="ctr">
            <a:normAutofit/>
          </a:bodyPr>
          <a:lstStyle/>
          <a:p>
            <a:pPr marL="0" lvl="1" indent="0" algn="r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Interval scale</a:t>
            </a:r>
          </a:p>
          <a:p>
            <a:pPr marL="0" lvl="1" indent="0" algn="r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Varies by Equal segments, no absolute zero</a:t>
            </a:r>
            <a:br>
              <a:rPr lang="en-US" sz="16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(e.g., years)</a:t>
            </a:r>
          </a:p>
          <a:p>
            <a:pPr marL="0" lvl="1" indent="0" algn="r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Possible calculation: </a:t>
            </a:r>
            <a:r>
              <a:rPr lang="en-US" sz="1600" dirty="0">
                <a:solidFill>
                  <a:srgbClr val="C00000"/>
                </a:solidFill>
              </a:rPr>
              <a:t>+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Addition &amp; Subtraction </a:t>
            </a:r>
          </a:p>
          <a:p>
            <a:pPr marL="0" lvl="1" indent="0" algn="r">
              <a:buNone/>
            </a:pP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98750" y="3086226"/>
            <a:ext cx="6298643" cy="1552575"/>
          </a:xfrm>
        </p:spPr>
        <p:txBody>
          <a:bodyPr anchor="ctr">
            <a:normAutofit/>
          </a:bodyPr>
          <a:lstStyle/>
          <a:p>
            <a:pPr marL="0" lvl="1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Ratio scale</a:t>
            </a:r>
          </a:p>
          <a:p>
            <a:pPr marL="0" lvl="1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Equal segments and absolute zero (e.g., height, age)</a:t>
            </a:r>
          </a:p>
          <a:p>
            <a:pPr marL="0" lvl="1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Possible calculations: </a:t>
            </a:r>
            <a:r>
              <a:rPr lang="en-US" sz="1600" dirty="0">
                <a:solidFill>
                  <a:srgbClr val="C00000"/>
                </a:solidFill>
              </a:rPr>
              <a:t>+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Division &amp; Multiplication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2. </a:t>
            </a:r>
            <a:r>
              <a:rPr lang="da-DK" dirty="0" err="1"/>
              <a:t>Develop</a:t>
            </a:r>
            <a:r>
              <a:rPr lang="da-DK" dirty="0"/>
              <a:t> measures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955675" y="3011582"/>
            <a:ext cx="7310438" cy="0"/>
          </a:xfrm>
          <a:prstGeom prst="line">
            <a:avLst/>
          </a:prstGeom>
          <a:ln w="285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 descr="http://www.biglearning.org/photo-thermometer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608" y="1401465"/>
            <a:ext cx="763448" cy="155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3133410"/>
            <a:ext cx="1695450" cy="1749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929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The research </a:t>
            </a:r>
            <a:r>
              <a:rPr lang="da-DK" dirty="0" err="1"/>
              <a:t>process</a:t>
            </a:r>
            <a:endParaRPr lang="en-GB" dirty="0"/>
          </a:p>
        </p:txBody>
      </p:sp>
      <p:graphicFrame>
        <p:nvGraphicFramePr>
          <p:cNvPr id="7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941276"/>
              </p:ext>
            </p:extLst>
          </p:nvPr>
        </p:nvGraphicFramePr>
        <p:xfrm>
          <a:off x="800100" y="1044575"/>
          <a:ext cx="6699252" cy="331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9767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>
          <a:xfrm>
            <a:off x="914248" y="2260600"/>
            <a:ext cx="7305675" cy="2139951"/>
          </a:xfrm>
        </p:spPr>
        <p:txBody>
          <a:bodyPr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Frequencies 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Measures of central tendency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Measures of dispersion</a:t>
            </a:r>
          </a:p>
        </p:txBody>
      </p:sp>
    </p:spTree>
    <p:extLst>
      <p:ext uri="{BB962C8B-B14F-4D97-AF65-F5344CB8AC3E}">
        <p14:creationId xmlns:p14="http://schemas.microsoft.com/office/powerpoint/2010/main" val="2696209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Frequencies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3343500"/>
            <a:ext cx="2460305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49" y="1407815"/>
            <a:ext cx="2460306" cy="1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07200" y="1506210"/>
            <a:ext cx="14922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sz="105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BMI in </a:t>
            </a:r>
            <a:br>
              <a:rPr lang="da-DK" sz="105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105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  <a:endParaRPr lang="en-GB" sz="105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07200" y="3454850"/>
            <a:ext cx="14922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sz="105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BMI as </a:t>
            </a:r>
            <a:r>
              <a:rPr lang="da-DK" sz="105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</a:t>
            </a:r>
            <a:r>
              <a:rPr lang="da-DK" sz="105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</a:t>
            </a:r>
            <a:endParaRPr lang="en-GB" sz="1050" baseline="30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53"/>
          <a:stretch/>
        </p:blipFill>
        <p:spPr bwMode="auto">
          <a:xfrm>
            <a:off x="555626" y="1638299"/>
            <a:ext cx="5159594" cy="279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7D142-A4A6-FD8A-2D40-D725A479A2EE}"/>
              </a:ext>
            </a:extLst>
          </p:cNvPr>
          <p:cNvSpPr txBox="1"/>
          <p:nvPr/>
        </p:nvSpPr>
        <p:spPr>
          <a:xfrm>
            <a:off x="562085" y="1469022"/>
            <a:ext cx="3505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Stata command: tabulate </a:t>
            </a:r>
            <a:r>
              <a:rPr lang="en-GB" sz="1600" dirty="0" err="1"/>
              <a:t>bmi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046592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central </a:t>
            </a:r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tendency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9950" y="1401465"/>
            <a:ext cx="77406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provide a value around which a set of data is located or distributed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measures of tendency are: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475214099"/>
              </p:ext>
            </p:extLst>
          </p:nvPr>
        </p:nvGraphicFramePr>
        <p:xfrm>
          <a:off x="2273300" y="1625600"/>
          <a:ext cx="4838700" cy="3219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459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53"/>
          <a:stretch/>
        </p:blipFill>
        <p:spPr bwMode="auto">
          <a:xfrm>
            <a:off x="555626" y="1695449"/>
            <a:ext cx="5159594" cy="279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9950" y="1401465"/>
            <a:ext cx="77406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en-GB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value that occurs with the greatest frequency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866774" y="2963259"/>
            <a:ext cx="4772026" cy="195866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89400" y="4127500"/>
            <a:ext cx="33067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r">
              <a:spcBef>
                <a:spcPts val="0"/>
              </a:spcBef>
              <a:buNone/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Disadvantages:</a:t>
            </a:r>
            <a:b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may be non-representative</a:t>
            </a:r>
          </a:p>
          <a:p>
            <a:pPr marL="1588" lvl="2" algn="r">
              <a:spcBef>
                <a:spcPts val="0"/>
              </a:spcBef>
              <a:buNone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might be non-unique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836" y="2563150"/>
            <a:ext cx="330676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r">
              <a:spcBef>
                <a:spcPts val="0"/>
              </a:spcBef>
              <a:buNone/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the MODE?</a:t>
            </a:r>
            <a:b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number that has </a:t>
            </a:r>
            <a:br>
              <a: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highest frequency</a:t>
            </a:r>
          </a:p>
        </p:txBody>
      </p:sp>
    </p:spTree>
    <p:extLst>
      <p:ext uri="{BB962C8B-B14F-4D97-AF65-F5344CB8AC3E}">
        <p14:creationId xmlns:p14="http://schemas.microsoft.com/office/powerpoint/2010/main" val="424010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53"/>
          <a:stretch/>
        </p:blipFill>
        <p:spPr bwMode="auto">
          <a:xfrm>
            <a:off x="555626" y="1852280"/>
            <a:ext cx="5159594" cy="279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9950" y="1382415"/>
            <a:ext cx="77406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value that corresponds to the central value of the ranked distribution of a variable</a:t>
            </a:r>
            <a:endParaRPr lang="en-GB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866773" y="3105200"/>
            <a:ext cx="4743452" cy="249501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78200" y="4127500"/>
            <a:ext cx="5524500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Special:</a:t>
            </a:r>
            <a:b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affected by outliers than the mean </a:t>
            </a:r>
            <a:b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 to be preferred in the presence of unusual data</a:t>
            </a:r>
            <a:endParaRPr lang="en-GB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03836" y="2381925"/>
            <a:ext cx="33067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r">
              <a:spcBef>
                <a:spcPts val="0"/>
              </a:spcBef>
              <a:buNone/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the MEDIAN?</a:t>
            </a:r>
            <a:b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put the number from smallest to largest (here BMI)</a:t>
            </a:r>
          </a:p>
          <a:p>
            <a:pPr marL="0" lvl="1" indent="0" algn="r">
              <a:spcBef>
                <a:spcPts val="0"/>
              </a:spcBef>
              <a:buNone/>
            </a:pP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cumulated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percentages</a:t>
            </a:r>
            <a:endParaRPr lang="da-DK" sz="1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 algn="r">
              <a:spcBef>
                <a:spcPts val="0"/>
              </a:spcBef>
              <a:buNone/>
            </a:pP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Find the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50%</a:t>
            </a:r>
            <a:endParaRPr lang="en-GB" sz="1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2178050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69950" y="1382415"/>
            <a:ext cx="77406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average value of numbers</a:t>
            </a:r>
            <a:endParaRPr lang="en-GB" sz="20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37186" y="2219385"/>
            <a:ext cx="33067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 algn="r">
              <a:spcBef>
                <a:spcPts val="0"/>
              </a:spcBef>
              <a:buNone/>
            </a:pPr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find the MEAN?</a:t>
            </a:r>
            <a:b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Add up all the values to find a total</a:t>
            </a:r>
          </a:p>
          <a:p>
            <a:pPr marL="0" lvl="1" indent="0" algn="r">
              <a:spcBef>
                <a:spcPts val="0"/>
              </a:spcBef>
              <a:buNone/>
            </a:pP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Divide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 the total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b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added</a:t>
            </a:r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together</a:t>
            </a:r>
            <a:endParaRPr lang="da-DK" sz="1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4200" y="192026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Advantages: It has only one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Disadvantages: can be distorted by outliers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083"/>
          <a:stretch/>
        </p:blipFill>
        <p:spPr bwMode="auto">
          <a:xfrm>
            <a:off x="936625" y="3492500"/>
            <a:ext cx="7291388" cy="97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13232" y="3333354"/>
            <a:ext cx="5285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Stata does it automatically with the command: summarize </a:t>
            </a:r>
          </a:p>
        </p:txBody>
      </p:sp>
    </p:spTree>
    <p:extLst>
      <p:ext uri="{BB962C8B-B14F-4D97-AF65-F5344CB8AC3E}">
        <p14:creationId xmlns:p14="http://schemas.microsoft.com/office/powerpoint/2010/main" val="299282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data: types of </a:t>
            </a:r>
            <a:r>
              <a:rPr lang="da-DK" dirty="0" err="1"/>
              <a:t>scales</a:t>
            </a:r>
            <a:endParaRPr lang="en-GB" dirty="0"/>
          </a:p>
        </p:txBody>
      </p:sp>
      <p:sp>
        <p:nvSpPr>
          <p:cNvPr id="22" name="Slide Number Placeholder 4"/>
          <p:cNvSpPr txBox="1">
            <a:spLocks/>
          </p:cNvSpPr>
          <p:nvPr/>
        </p:nvSpPr>
        <p:spPr>
          <a:xfrm>
            <a:off x="8610600" y="4733925"/>
            <a:ext cx="533400" cy="457200"/>
          </a:xfrm>
          <a:prstGeom prst="rect">
            <a:avLst/>
          </a:prstGeom>
        </p:spPr>
        <p:txBody>
          <a:bodyPr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A475C78-DBBB-4F85-83B2-4C4686C7ED20}" type="slidenum">
              <a:rPr lang="da-DK" sz="2400" b="1" smtClean="0">
                <a:solidFill>
                  <a:srgbClr val="2D2DB9">
                    <a:lumMod val="50000"/>
                  </a:srgbClr>
                </a:solidFill>
                <a:ea typeface="MS Gothic" pitchFamily="49" charset="-128"/>
                <a:cs typeface="Calibri" pitchFamily="34" charset="0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da-DK" sz="2400" b="1" dirty="0">
              <a:solidFill>
                <a:srgbClr val="2D2DB9">
                  <a:lumMod val="50000"/>
                </a:srgbClr>
              </a:solidFill>
              <a:ea typeface="MS Gothic" pitchFamily="49" charset="-128"/>
              <a:cs typeface="Calibri" pitchFamily="34" charset="0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200" y="1394952"/>
            <a:ext cx="2527465" cy="1586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328016"/>
            <a:ext cx="1153006" cy="1729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3459649039"/>
              </p:ext>
            </p:extLst>
          </p:nvPr>
        </p:nvGraphicFramePr>
        <p:xfrm>
          <a:off x="2667000" y="949325"/>
          <a:ext cx="228600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6" name="Diagram 25"/>
          <p:cNvGraphicFramePr/>
          <p:nvPr>
            <p:extLst>
              <p:ext uri="{D42A27DB-BD31-4B8C-83A1-F6EECF244321}">
                <p14:modId xmlns:p14="http://schemas.microsoft.com/office/powerpoint/2010/main" val="661568833"/>
              </p:ext>
            </p:extLst>
          </p:nvPr>
        </p:nvGraphicFramePr>
        <p:xfrm>
          <a:off x="6705600" y="892609"/>
          <a:ext cx="228600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658069100"/>
              </p:ext>
            </p:extLst>
          </p:nvPr>
        </p:nvGraphicFramePr>
        <p:xfrm>
          <a:off x="2514600" y="2922556"/>
          <a:ext cx="228600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4139985668"/>
              </p:ext>
            </p:extLst>
          </p:nvPr>
        </p:nvGraphicFramePr>
        <p:xfrm>
          <a:off x="6572250" y="2911475"/>
          <a:ext cx="2286000" cy="195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400" y="847725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2D2DB9">
                    <a:lumMod val="50000"/>
                  </a:srgbClr>
                </a:solidFill>
                <a:latin typeface="Arial"/>
                <a:ea typeface="MS Gothic" pitchFamily="49" charset="-128"/>
              </a:rPr>
              <a:t>Nominal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9428" y="828675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2D2DB9">
                    <a:lumMod val="50000"/>
                  </a:srgbClr>
                </a:solidFill>
                <a:latin typeface="Arial"/>
                <a:ea typeface="MS Gothic" pitchFamily="49" charset="-128"/>
              </a:rPr>
              <a:t>Ordinal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3057543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2D2DB9">
                    <a:lumMod val="50000"/>
                  </a:srgbClr>
                </a:solidFill>
                <a:latin typeface="Arial"/>
                <a:ea typeface="MS Gothic" pitchFamily="49" charset="-128"/>
              </a:rPr>
              <a:t>Interval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157835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b="1" dirty="0">
                <a:solidFill>
                  <a:srgbClr val="2D2DB9">
                    <a:lumMod val="50000"/>
                  </a:srgbClr>
                </a:solidFill>
                <a:latin typeface="Arial"/>
                <a:ea typeface="MS Gothic" pitchFamily="49" charset="-128"/>
              </a:rPr>
              <a:t>Ratio</a:t>
            </a:r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617" y="3619500"/>
            <a:ext cx="1395789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4" descr="http://www.biglearning.org/photo-thermometer.jpg"/>
          <p:cNvPicPr>
            <a:picLocks noChangeAspect="1" noChangeArrowheads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09" y="3619500"/>
            <a:ext cx="765716" cy="155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348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data: distributions</a:t>
            </a:r>
            <a:endParaRPr lang="en-GB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734"/>
          <a:stretch>
            <a:fillRect/>
          </a:stretch>
        </p:blipFill>
        <p:spPr bwMode="auto">
          <a:xfrm>
            <a:off x="1664208" y="1545336"/>
            <a:ext cx="6382512" cy="3008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Inhaltsplatzhalter 1"/>
          <p:cNvSpPr>
            <a:spLocks noGrp="1"/>
          </p:cNvSpPr>
          <p:nvPr>
            <p:ph idx="4294967295"/>
          </p:nvPr>
        </p:nvSpPr>
        <p:spPr>
          <a:xfrm>
            <a:off x="781050" y="1064807"/>
            <a:ext cx="7905750" cy="96401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Relationship between measures of central tendency and distribution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11296" y="3466914"/>
            <a:ext cx="1133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rgbClr val="C00000"/>
                </a:solidFill>
              </a:rPr>
              <a:t>Positive skew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3466915"/>
            <a:ext cx="11338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Negative skew</a:t>
            </a:r>
          </a:p>
        </p:txBody>
      </p:sp>
    </p:spTree>
    <p:extLst>
      <p:ext uri="{BB962C8B-B14F-4D97-AF65-F5344CB8AC3E}">
        <p14:creationId xmlns:p14="http://schemas.microsoft.com/office/powerpoint/2010/main" val="240740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6" name="Inhaltsplatzhalter 1"/>
          <p:cNvSpPr>
            <a:spLocks noGrp="1"/>
          </p:cNvSpPr>
          <p:nvPr>
            <p:ph idx="4294967295"/>
          </p:nvPr>
        </p:nvSpPr>
        <p:spPr>
          <a:xfrm>
            <a:off x="536575" y="954861"/>
            <a:ext cx="5387975" cy="3340914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BMI by marital status. How do we explain the difference?</a:t>
            </a:r>
          </a:p>
          <a:p>
            <a:pPr marL="0" indent="0">
              <a:buNone/>
            </a:pPr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r>
              <a:rPr lang="da-DK" dirty="0">
                <a:solidFill>
                  <a:schemeClr val="tx2">
                    <a:lumMod val="50000"/>
                  </a:schemeClr>
                </a:solidFill>
              </a:rPr>
              <a:t>Mean Group A=25.9, Group B: 25.5</a:t>
            </a:r>
          </a:p>
          <a:p>
            <a:pPr lvl="1"/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What is the</a:t>
            </a:r>
            <a:br>
              <a:rPr lang="en-GB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difference between </a:t>
            </a:r>
            <a:br>
              <a:rPr lang="en-GB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the two variables?</a:t>
            </a:r>
          </a:p>
          <a:p>
            <a:pPr lvl="1"/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Is Group B more spread out than </a:t>
            </a:r>
            <a:br>
              <a:rPr lang="en-GB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Group A?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825359" y="857250"/>
            <a:ext cx="2952367" cy="2160000"/>
            <a:chOff x="3498850" y="857250"/>
            <a:chExt cx="2952367" cy="2160000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8850" y="857250"/>
              <a:ext cx="2952367" cy="216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5308217" y="959850"/>
              <a:ext cx="10287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400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Group A: </a:t>
              </a:r>
              <a:r>
                <a:rPr lang="da-DK" sz="1400" dirty="0" err="1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Married</a:t>
              </a:r>
              <a:endParaRPr lang="en-GB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358" y="2983500"/>
            <a:ext cx="2952367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7634726" y="3093450"/>
            <a:ext cx="102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B: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Separated</a:t>
            </a:r>
            <a:endParaRPr lang="en-GB" sz="1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64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6" name="Inhaltsplatzhalter 1"/>
          <p:cNvSpPr>
            <a:spLocks noGrp="1"/>
          </p:cNvSpPr>
          <p:nvPr>
            <p:ph idx="4294967295"/>
          </p:nvPr>
        </p:nvSpPr>
        <p:spPr>
          <a:xfrm>
            <a:off x="536575" y="1771649"/>
            <a:ext cx="5288783" cy="25241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Measures of dispersion capture the “spread” of a variable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The main measures of dispersion are: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Range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Quartiles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Variance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Standard deviation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4726" y="3093450"/>
            <a:ext cx="102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B: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Separated</a:t>
            </a:r>
            <a:endParaRPr lang="en-GB" sz="1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54175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dispersion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298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578" y="1170632"/>
            <a:ext cx="2658296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6" name="Inhaltsplatzhalter 1"/>
          <p:cNvSpPr>
            <a:spLocks noGrp="1"/>
          </p:cNvSpPr>
          <p:nvPr>
            <p:ph idx="4294967295"/>
          </p:nvPr>
        </p:nvSpPr>
        <p:spPr>
          <a:xfrm>
            <a:off x="536575" y="1600199"/>
            <a:ext cx="5288783" cy="25241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Range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 = total width of the data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Range= maximum – minimum data values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High range means the data is very widely spread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It takes only the two most extreme values into account … can be quite extreme</a:t>
            </a:r>
          </a:p>
          <a:p>
            <a:pPr marL="0" indent="0">
              <a:buNone/>
            </a:pP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Quartiles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 = distribution is divided in four equal parts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each comprising 25% of the observations.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Median is the second quartile (50%)</a:t>
            </a:r>
          </a:p>
          <a:p>
            <a:pPr marL="0" indent="0">
              <a:buNone/>
            </a:pP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25226" y="1401465"/>
            <a:ext cx="102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B: </a:t>
            </a:r>
            <a:r>
              <a:rPr lang="da-DK" sz="1400" dirty="0" err="1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Separated</a:t>
            </a:r>
            <a:endParaRPr lang="en-GB" sz="1400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54175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dispersion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286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426199" y="746099"/>
            <a:ext cx="7919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dispersion: </a:t>
            </a:r>
            <a:r>
              <a:rPr lang="da-DK" sz="2400" b="1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Variance</a:t>
            </a:r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r>
              <a:rPr lang="da-DK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(average </a:t>
            </a:r>
            <a:r>
              <a:rPr lang="da-DK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squared</a:t>
            </a:r>
            <a:r>
              <a:rPr lang="da-DK" sz="20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deviation </a:t>
            </a:r>
            <a:r>
              <a:rPr lang="da-DK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the </a:t>
            </a:r>
            <a:r>
              <a:rPr lang="da-DK" sz="200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lang="da-DK" sz="200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20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0"/>
          <a:stretch/>
        </p:blipFill>
        <p:spPr bwMode="auto">
          <a:xfrm>
            <a:off x="223839" y="1401464"/>
            <a:ext cx="4326645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0"/>
          <a:stretch/>
        </p:blipFill>
        <p:spPr bwMode="auto">
          <a:xfrm>
            <a:off x="4693530" y="1401465"/>
            <a:ext cx="4326645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ounded Rectangle 12"/>
          <p:cNvSpPr/>
          <p:nvPr/>
        </p:nvSpPr>
        <p:spPr bwMode="auto">
          <a:xfrm>
            <a:off x="2838447" y="3714800"/>
            <a:ext cx="6181727" cy="249501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072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6" name="Inhaltsplatzhalter 1"/>
          <p:cNvSpPr>
            <a:spLocks noGrp="1"/>
          </p:cNvSpPr>
          <p:nvPr>
            <p:ph idx="4294967295"/>
          </p:nvPr>
        </p:nvSpPr>
        <p:spPr>
          <a:xfrm>
            <a:off x="536575" y="1600199"/>
            <a:ext cx="8102600" cy="25241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Variance is a good measure of spread: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Larger numbers mean more spread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The number itself means very little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Due to the formula, numbers loose their scale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Does a measure in the correct units exist?</a:t>
            </a:r>
          </a:p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Yes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4175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dispersion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1835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http://www.spcforexcel.com/files/images/n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762251"/>
            <a:ext cx="6215345" cy="249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6" name="Inhaltsplatzhalter 1"/>
          <p:cNvSpPr>
            <a:spLocks noGrp="1"/>
          </p:cNvSpPr>
          <p:nvPr>
            <p:ph idx="4294967295"/>
          </p:nvPr>
        </p:nvSpPr>
        <p:spPr>
          <a:xfrm>
            <a:off x="536575" y="1600199"/>
            <a:ext cx="8102600" cy="25241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Standard deviation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is an indicator of the variability of a variable around its mean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It has all good properties of the variance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PLUS it is in the same scale as the variable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SD = square root of variance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54175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dispersion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938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1654175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dispersion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0"/>
          <a:stretch/>
        </p:blipFill>
        <p:spPr bwMode="auto">
          <a:xfrm>
            <a:off x="223839" y="1401464"/>
            <a:ext cx="4326645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0"/>
          <a:stretch/>
        </p:blipFill>
        <p:spPr bwMode="auto">
          <a:xfrm>
            <a:off x="4693530" y="1401465"/>
            <a:ext cx="4326645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ounded Rectangle 12"/>
          <p:cNvSpPr/>
          <p:nvPr/>
        </p:nvSpPr>
        <p:spPr bwMode="auto">
          <a:xfrm>
            <a:off x="2838447" y="3381425"/>
            <a:ext cx="6181727" cy="249501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</a:t>
            </a:r>
            <a:r>
              <a:rPr lang="da-DK" dirty="0" err="1"/>
              <a:t>Analyze</a:t>
            </a:r>
            <a:r>
              <a:rPr lang="da-DK" dirty="0"/>
              <a:t> data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1654175" y="939800"/>
            <a:ext cx="476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of dispersion </a:t>
            </a:r>
            <a:endParaRPr lang="en-GB" sz="24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610600" y="4800600"/>
            <a:ext cx="533400" cy="3429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A475C78-DBBB-4F85-83B2-4C4686C7ED20}" type="slidenum">
              <a:rPr kumimoji="0" lang="da-DK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a-DK" sz="24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628777"/>
            <a:ext cx="1153006" cy="1297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963207931"/>
              </p:ext>
            </p:extLst>
          </p:nvPr>
        </p:nvGraphicFramePr>
        <p:xfrm>
          <a:off x="2590800" y="1390650"/>
          <a:ext cx="2286000" cy="146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39832" y="124361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1803" y="124362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04194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14325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Ratio</a:t>
            </a:r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4203605388"/>
              </p:ext>
            </p:extLst>
          </p:nvPr>
        </p:nvGraphicFramePr>
        <p:xfrm>
          <a:off x="6477000" y="1477574"/>
          <a:ext cx="2286000" cy="146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3886917833"/>
              </p:ext>
            </p:extLst>
          </p:nvPr>
        </p:nvGraphicFramePr>
        <p:xfrm>
          <a:off x="2438400" y="3439971"/>
          <a:ext cx="2286000" cy="146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765134925"/>
              </p:ext>
            </p:extLst>
          </p:nvPr>
        </p:nvGraphicFramePr>
        <p:xfrm>
          <a:off x="6858000" y="3314700"/>
          <a:ext cx="2286000" cy="146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031" y="3558595"/>
            <a:ext cx="1686791" cy="1305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 rotWithShape="1">
          <a:blip r:embed="rId2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200" y="1667720"/>
            <a:ext cx="2527465" cy="1189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4" descr="http://www.biglearning.org/photo-thermometer.jpg"/>
          <p:cNvPicPr>
            <a:picLocks noChangeAspect="1" noChangeArrowheads="1"/>
          </p:cNvPicPr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89" y="3558594"/>
            <a:ext cx="942736" cy="144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02593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lassisk kontor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 Slides - Pi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2696</TotalTime>
  <Words>1557</Words>
  <Application>Microsoft Macintosh PowerPoint</Application>
  <PresentationFormat>On-screen Show (16:9)</PresentationFormat>
  <Paragraphs>365</Paragraphs>
  <Slides>40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Rial</vt:lpstr>
      <vt:lpstr>Times New Roman</vt:lpstr>
      <vt:lpstr>Title Slides</vt:lpstr>
      <vt:lpstr>Content Slides</vt:lpstr>
      <vt:lpstr>Content Slides -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CBS EA</dc:creator>
  <cp:lastModifiedBy>Manuele Citi</cp:lastModifiedBy>
  <cp:revision>261</cp:revision>
  <dcterms:created xsi:type="dcterms:W3CDTF">2013-11-09T16:46:18Z</dcterms:created>
  <dcterms:modified xsi:type="dcterms:W3CDTF">2022-05-16T06:08:25Z</dcterms:modified>
</cp:coreProperties>
</file>